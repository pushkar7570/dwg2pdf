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881" r:id="rId5"/>
  </p:sldMasterIdLst>
  <p:notesMasterIdLst>
    <p:notesMasterId r:id="rId24"/>
  </p:notesMasterIdLst>
  <p:sldIdLst>
    <p:sldId id="261" r:id="rId6"/>
    <p:sldId id="260" r:id="rId7"/>
    <p:sldId id="258" r:id="rId8"/>
    <p:sldId id="265" r:id="rId9"/>
    <p:sldId id="266" r:id="rId10"/>
    <p:sldId id="267" r:id="rId11"/>
    <p:sldId id="2147482498" r:id="rId12"/>
    <p:sldId id="256" r:id="rId13"/>
    <p:sldId id="271" r:id="rId14"/>
    <p:sldId id="272" r:id="rId15"/>
    <p:sldId id="273" r:id="rId16"/>
    <p:sldId id="270" r:id="rId17"/>
    <p:sldId id="313" r:id="rId18"/>
    <p:sldId id="262" r:id="rId19"/>
    <p:sldId id="274" r:id="rId20"/>
    <p:sldId id="2147483647" r:id="rId21"/>
    <p:sldId id="257"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A480C1C-A4C2-48E5-D8D1-D9C5267C800E}" name="Joyati Datta (AC India)" initials="JD" userId="S::joyati.datta@pwc.com::c4010bfd-72bb-4117-8155-c09d500f675c" providerId="AD"/>
  <p188:author id="{1D006929-E01E-8214-3433-4A6E119EB1D0}" name="Pushkar Singh (AC India)" initials="PS" userId="S::pushkar.s.singh@pwc.com::deff654f-3a43-44cd-8a2f-ae097fd0c718" providerId="AD"/>
  <p188:author id="{2103A933-4858-1FBB-7820-63B99C1C3392}" name="Sayani Biswas (AC India)" initials="SB" userId="S::sayani.biswas@pwc.com::0a9963de-0e71-41f0-bfa9-c489b83253b9" providerId="AD"/>
  <p188:author id="{8EFE9739-06D6-9835-9602-A11D41B9F4FB}" name="Subhajit Bose (AC India)" initials="SB" userId="S::subhajit.bose@pwc.com::c08876e9-e6a1-4fad-b0cb-c0082feab8c8" providerId="AD"/>
  <p188:author id="{659EAF6F-9A98-1111-CFC8-85AEC4C9DA06}" name="Satyajeet Gaur (US)" initials="SG" userId="S::satyajeet.gaur@pwc.com::3c2f46bc-98a0-4e08-b521-4caa799de00e" providerId="AD"/>
  <p188:author id="{A8939D79-6E76-10B9-13D9-007D514BACD3}" name="Rajesh M (AC India)" initials="RM" userId="S::rajesh.b.m@pwc.com::5ac06e88-765b-4722-8706-b3ca91ab9897" providerId="AD"/>
  <p188:author id="{4F32437B-8326-EC8A-02B7-A06F96370709}" name="Jenna Switchenko (US)" initials="J(" userId="S::jenna.o.switchenko@pwc.com::4ad51de7-b5d5-425b-83f4-d690d80b34c9" providerId="AD"/>
  <p188:author id="{E81AB891-E304-0FD7-5416-89E9C8BA2AC1}" name="Chi Zhang (US)" initials="" userId="S::chi.zhang@pwc.com::017c998b-dfa7-4430-8483-1c49a6a7fffc" providerId="AD"/>
  <p188:author id="{FEC158D3-7E2F-77BA-147E-FC44D4D3521B}" name="Joydeep Das (US)" initials="J" userId="S::joydeep.das@pwc.com::cf7980c6-4333-4f39-b48d-701d26d0bf88" providerId="AD"/>
  <p188:author id="{0122BFFB-3A49-260E-74ED-81F37633AB1A}" name="Antara Das (AC India)" initials="" userId="S::antara.deb.das@pwc.com::fb73906b-cae6-4637-b82c-46758062358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DEFF0"/>
    <a:srgbClr val="0596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B3753-ABDE-49DE-A0F8-E5674AC81904}" v="1183" dt="2026-02-23T16:22:38.027"/>
    <p1510:client id="{0204C14D-15D8-FD77-12E5-C9472E02BD5C}" v="113" dt="2026-02-24T03:11:14.340"/>
    <p1510:client id="{56AD80F9-F4DF-42F6-56B9-38420EBBEFB5}" v="1" dt="2026-02-24T04:06:05.117"/>
    <p1510:client id="{5C8EA1A9-A5E8-40A8-BA0D-D24A43B7F4DF}" v="77" dt="2026-02-24T04:47:47.751"/>
    <p1510:client id="{671D54B2-3705-4FE0-8AC3-7A4492E102EE}" v="4" dt="2026-02-24T03:23:16.402"/>
    <p1510:client id="{87787E6A-CCD8-49C3-8650-CBEF13A3634F}" v="50" dt="2026-02-24T09:28:22.990"/>
    <p1510:client id="{91EA6A14-C846-4D3E-A172-D759DDF1DEBE}" v="203" dt="2026-02-23T17:30:03.062"/>
    <p1510:client id="{E67A923D-2546-411E-B2F8-56BDA3321932}" v="519" dt="2026-02-23T22:22:43.178"/>
    <p1510:client id="{FF5BD80B-E5F4-4756-BF62-E5E5F4ABBD42}" v="46" dt="2026-02-24T03:18:22.724"/>
  </p1510:revLst>
</p1510:revInfo>
</file>

<file path=ppt/tableStyles.xml><?xml version="1.0" encoding="utf-8"?>
<a:tblStyleLst xmlns:a="http://schemas.openxmlformats.org/drawingml/2006/main" def="{605943CB-6F42-4776-B506-94E284F2829C}">
  <a:tblStyle styleId="{605943CB-6F42-4776-B506-94E284F2829C}" styleName="Brand Table 1">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noFill/>
        </a:fill>
      </a:tcStyle>
    </a:firstRow>
  </a:tblStyle>
  <a:tblStyle styleId="{8DE8A128-FD69-4F98-BC96-439F510B2832}" styleName="Brand Table 2">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noFill/>
        </a:fill>
      </a:tcStyle>
    </a:firstRow>
  </a:tblStyle>
  <a:tblStyle styleId="{B56CA0EE-1E45-4AA6-A82B-0F5650326712}" styleName="Brand Table 3">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solidFill>
            <a:schemeClr val="bg1">
              <a:lumMod val="95000"/>
            </a:schemeClr>
          </a:solidFill>
        </a:fill>
      </a:tcStyle>
    </a:firstRow>
  </a:tblStyle>
  <a:tblStyle styleId="{B2FE71AF-C406-42DD-AC2B-C6103619A3FC}" styleName="Brand Table 4">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solidFill>
            <a:schemeClr val="bg1">
              <a:lumMod val="95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FBEB4EF7-6755-4417-96B3-8A9D9B3986FB}" type="datetimeFigureOut">
              <a:rPr lang="en-US" smtClean="0"/>
              <a:pPr/>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338F507-FFAD-4585-99E0-9DC17883AD4F}" type="slidenum">
              <a:rPr lang="en-US" smtClean="0"/>
              <a:pPr/>
              <a:t>‹#›</a:t>
            </a:fld>
            <a:endParaRPr lang="en-US"/>
          </a:p>
        </p:txBody>
      </p:sp>
    </p:spTree>
    <p:extLst>
      <p:ext uri="{BB962C8B-B14F-4D97-AF65-F5344CB8AC3E}">
        <p14:creationId xmlns:p14="http://schemas.microsoft.com/office/powerpoint/2010/main" val="1762394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t>1</a:t>
            </a:fld>
            <a:endParaRPr lang="en-US"/>
          </a:p>
        </p:txBody>
      </p:sp>
    </p:spTree>
    <p:extLst>
      <p:ext uri="{BB962C8B-B14F-4D97-AF65-F5344CB8AC3E}">
        <p14:creationId xmlns:p14="http://schemas.microsoft.com/office/powerpoint/2010/main" val="3025544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236E2-F881-4611-5EF8-64F604AD0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81C08-68A7-BEF0-FBCA-BDDC4002A2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0A0BF-48B3-73D2-1CB6-05CE3CEE169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39E3A4-D61A-1FD7-6533-17E6B0C5C109}"/>
              </a:ext>
            </a:extLst>
          </p:cNvPr>
          <p:cNvSpPr>
            <a:spLocks noGrp="1"/>
          </p:cNvSpPr>
          <p:nvPr>
            <p:ph type="sldNum" sz="quarter" idx="5"/>
          </p:nvPr>
        </p:nvSpPr>
        <p:spPr/>
        <p:txBody>
          <a:bodyPr/>
          <a:lstStyle/>
          <a:p>
            <a:fld id="{8338F507-FFAD-4585-99E0-9DC17883AD4F}" type="slidenum">
              <a:rPr lang="en-US" smtClean="0"/>
              <a:t>2</a:t>
            </a:fld>
            <a:endParaRPr lang="en-US"/>
          </a:p>
        </p:txBody>
      </p:sp>
    </p:spTree>
    <p:extLst>
      <p:ext uri="{BB962C8B-B14F-4D97-AF65-F5344CB8AC3E}">
        <p14:creationId xmlns:p14="http://schemas.microsoft.com/office/powerpoint/2010/main" val="2948165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spcAft>
                <a:spcPts val="600"/>
              </a:spcAft>
              <a:defRPr/>
            </a:pPr>
            <a:endParaRPr lang="en-US" sz="2400" b="1">
              <a:latin typeface="Helvetica"/>
              <a:cs typeface="Helvetica"/>
            </a:endParaRPr>
          </a:p>
          <a:p>
            <a:endParaRPr lang="en-US"/>
          </a:p>
          <a:p>
            <a:r>
              <a:rPr lang="en-US"/>
              <a:t>Speaker Notes:</a:t>
            </a:r>
          </a:p>
          <a:p>
            <a:r>
              <a:rPr lang="en-US" b="1"/>
              <a:t>Context/Background:</a:t>
            </a:r>
            <a:r>
              <a:rPr lang="en-US"/>
              <a:t> AI is reshaping workflows, value chains, and organizational dynamics. Trust and adoption challenges remain key barriers.</a:t>
            </a:r>
          </a:p>
          <a:p>
            <a:r>
              <a:rPr lang="en-US" b="1"/>
              <a:t>Key Details:</a:t>
            </a:r>
            <a:endParaRPr lang="en-US"/>
          </a:p>
          <a:p>
            <a:pPr marL="285750" indent="-285750">
              <a:buFont typeface="Arial"/>
              <a:buChar char="•"/>
            </a:pPr>
            <a:r>
              <a:rPr lang="en-US"/>
              <a:t>AI-enabled agents are being integrated into production processes, but skepticism, particularly among Millennials and Gen X, persists.</a:t>
            </a:r>
          </a:p>
          <a:p>
            <a:pPr marL="285750" indent="-285750">
              <a:buFont typeface="Arial"/>
              <a:buChar char="•"/>
            </a:pPr>
            <a:r>
              <a:rPr lang="en-US"/>
              <a:t>Organizations report significant productivity improvements but must address workforce concerns.</a:t>
            </a:r>
          </a:p>
          <a:p>
            <a:r>
              <a:rPr lang="en-US" b="1"/>
              <a:t>"So What" Message:</a:t>
            </a:r>
            <a:r>
              <a:rPr lang="en-US"/>
              <a:t> Building trust in AI-driven outputs and addressing skepticism are critical to achieving transformative AI adoption. Organizations should foster confidence in AI among employees.</a:t>
            </a:r>
          </a:p>
          <a:p>
            <a:endParaRPr lang="en-US"/>
          </a:p>
          <a:p>
            <a:endParaRPr lang="en-US"/>
          </a:p>
          <a:p>
            <a:endParaRPr lang="en-US"/>
          </a:p>
          <a:p>
            <a:pPr marL="285750" indent="-285750">
              <a:buFont typeface="Arial"/>
              <a:buChar char="•"/>
            </a:pPr>
            <a:endParaRPr lang="en-US"/>
          </a:p>
        </p:txBody>
      </p:sp>
    </p:spTree>
    <p:extLst>
      <p:ext uri="{BB962C8B-B14F-4D97-AF65-F5344CB8AC3E}">
        <p14:creationId xmlns:p14="http://schemas.microsoft.com/office/powerpoint/2010/main" val="1270900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8CECC-7872-7110-B305-7BC43594AE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38243-FEA8-9635-D9B9-289FDEBAA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80A868-C4BA-14BD-1755-B69D2657E9F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2CBFE43-5828-B78B-4297-49B3A7D14230}"/>
              </a:ext>
            </a:extLst>
          </p:cNvPr>
          <p:cNvSpPr>
            <a:spLocks noGrp="1"/>
          </p:cNvSpPr>
          <p:nvPr>
            <p:ph type="sldNum" sz="quarter" idx="10"/>
          </p:nvPr>
        </p:nvSpPr>
        <p:spPr/>
        <p:txBody>
          <a:bodyPr/>
          <a:lstStyle/>
          <a:p>
            <a:pPr defTabSz="966612">
              <a:defRPr/>
            </a:pPr>
            <a:fld id="{20CA530D-631F-4981-98F0-E6C07C67E1A3}" type="slidenum">
              <a:rPr lang="en-GB">
                <a:solidFill>
                  <a:prstClr val="black"/>
                </a:solidFill>
                <a:latin typeface="Aptos" panose="02110004020202020204"/>
              </a:rPr>
              <a:pPr defTabSz="966612">
                <a:defRPr/>
              </a:pPr>
              <a:t>5</a:t>
            </a:fld>
            <a:endParaRPr lang="en-GB">
              <a:solidFill>
                <a:prstClr val="black"/>
              </a:solidFill>
              <a:latin typeface="Aptos" panose="02110004020202020204"/>
            </a:endParaRPr>
          </a:p>
        </p:txBody>
      </p:sp>
    </p:spTree>
    <p:extLst>
      <p:ext uri="{BB962C8B-B14F-4D97-AF65-F5344CB8AC3E}">
        <p14:creationId xmlns:p14="http://schemas.microsoft.com/office/powerpoint/2010/main" val="4021373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8BC3E-53A9-D632-0F13-E97431B85E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66F893-06CF-AE83-6DDF-C053667B4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308EC9-8BCA-6779-26A6-C49E53DD5C5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98E4267-149E-4264-1267-72290587FA92}"/>
              </a:ext>
            </a:extLst>
          </p:cNvPr>
          <p:cNvSpPr>
            <a:spLocks noGrp="1"/>
          </p:cNvSpPr>
          <p:nvPr>
            <p:ph type="sldNum" sz="quarter" idx="10"/>
          </p:nvPr>
        </p:nvSpPr>
        <p:spPr/>
        <p:txBody>
          <a:bodyPr/>
          <a:lstStyle/>
          <a:p>
            <a:pPr defTabSz="966612">
              <a:defRPr/>
            </a:pPr>
            <a:fld id="{20CA530D-631F-4981-98F0-E6C07C67E1A3}" type="slidenum">
              <a:rPr lang="en-GB">
                <a:solidFill>
                  <a:prstClr val="black"/>
                </a:solidFill>
                <a:latin typeface="Aptos" panose="02110004020202020204"/>
              </a:rPr>
              <a:pPr defTabSz="966612">
                <a:defRPr/>
              </a:pPr>
              <a:t>6</a:t>
            </a:fld>
            <a:endParaRPr lang="en-GB">
              <a:solidFill>
                <a:prstClr val="black"/>
              </a:solidFill>
              <a:latin typeface="Aptos" panose="02110004020202020204"/>
            </a:endParaRPr>
          </a:p>
        </p:txBody>
      </p:sp>
    </p:spTree>
    <p:extLst>
      <p:ext uri="{BB962C8B-B14F-4D97-AF65-F5344CB8AC3E}">
        <p14:creationId xmlns:p14="http://schemas.microsoft.com/office/powerpoint/2010/main" val="2432941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822EB0-336D-473C-B9CB-66F70F90D2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7514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8</a:t>
            </a:fld>
            <a:endParaRPr lang="en-US"/>
          </a:p>
        </p:txBody>
      </p:sp>
    </p:spTree>
    <p:extLst>
      <p:ext uri="{BB962C8B-B14F-4D97-AF65-F5344CB8AC3E}">
        <p14:creationId xmlns:p14="http://schemas.microsoft.com/office/powerpoint/2010/main" val="3469673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59245-AA96-255A-99D5-11BFE71BA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D9CF0-FBED-2B14-A254-C8425752B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F39DD-7DF8-C1D0-8190-7D26D74759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43165E0-99E4-B481-61B1-91DBE1AA89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38F507-FFAD-4585-99E0-9DC17883AD4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808401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C1F06-CC72-DC75-0C32-9C1AC449B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DCC04-6BD7-B91A-D1A0-2EF126C9CEB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B98E19F-1FA0-10CA-4F67-8C9C8BDCBF1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2C2D5C-AD86-52EC-626D-610DCA2DAE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38F507-FFAD-4585-99E0-9DC17883AD4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17808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Arial" panose="020B0604020202020204" pitchFamily="34" charset="0"/>
                <a:ea typeface="+mn-ea"/>
                <a:cs typeface="+mn-cs"/>
              </a:rPr>
              <a:t>Explaining the five facets of the technology and the vision for user experience, including the chat interface, Unify, Attach, Interpret, Orchestrate, Monitor, and Explain tabs.</a:t>
            </a:r>
          </a:p>
          <a:p>
            <a:r>
              <a:rPr lang="en-US" sz="1200" b="0" i="0" kern="1200">
                <a:solidFill>
                  <a:schemeClr val="tx1"/>
                </a:solidFill>
                <a:effectLst/>
                <a:latin typeface="Arial" panose="020B0604020202020204" pitchFamily="34" charset="0"/>
                <a:ea typeface="+mn-ea"/>
                <a:cs typeface="+mn-cs"/>
              </a:rPr>
              <a:t>The chat sidebar was highlighted as the primary user interface, capable of querying the database and interacting with LLMs.</a:t>
            </a:r>
          </a:p>
          <a:p>
            <a:r>
              <a:rPr lang="en-US" sz="1200" b="0" i="0" kern="1200">
                <a:solidFill>
                  <a:schemeClr val="tx1"/>
                </a:solidFill>
                <a:effectLst/>
                <a:latin typeface="Arial" panose="020B0604020202020204" pitchFamily="34" charset="0"/>
                <a:ea typeface="+mn-ea"/>
                <a:cs typeface="+mn-cs"/>
              </a:rPr>
              <a:t>The Unify tab was demonstrated, showing how audit plans, control procedures, and company records are organized in a nested structure.</a:t>
            </a:r>
          </a:p>
          <a:p>
            <a:r>
              <a:rPr lang="en-US" sz="1200" b="0" i="0" kern="1200">
                <a:solidFill>
                  <a:schemeClr val="tx1"/>
                </a:solidFill>
                <a:effectLst/>
                <a:latin typeface="Arial" panose="020B0604020202020204" pitchFamily="34" charset="0"/>
                <a:ea typeface="+mn-ea"/>
                <a:cs typeface="+mn-cs"/>
              </a:rPr>
              <a:t>The Interpret tab lists processes for human or agent execution, and Orchestrate tab focuses on agent modes (watchdog and autonomy), with a Sankey diagram illustrating risk assessment workflows.</a:t>
            </a:r>
          </a:p>
          <a:p>
            <a:r>
              <a:rPr lang="en-US" sz="1200" b="0" i="0" kern="1200">
                <a:solidFill>
                  <a:schemeClr val="tx1"/>
                </a:solidFill>
                <a:effectLst/>
                <a:latin typeface="Arial" panose="020B0604020202020204" pitchFamily="34" charset="0"/>
                <a:ea typeface="+mn-ea"/>
                <a:cs typeface="+mn-cs"/>
              </a:rPr>
              <a:t>The autonomy slider and human-in-the-loop options were discussed, clarifying their intended functions and future enhancements.</a:t>
            </a:r>
          </a:p>
          <a:p>
            <a:r>
              <a:rPr lang="en-US" sz="1200" b="0" i="0" kern="1200">
                <a:solidFill>
                  <a:schemeClr val="tx1"/>
                </a:solidFill>
                <a:effectLst/>
                <a:latin typeface="Arial" panose="020B0604020202020204" pitchFamily="34" charset="0"/>
                <a:ea typeface="+mn-ea"/>
                <a:cs typeface="+mn-cs"/>
              </a:rPr>
              <a:t>The Monitor and Explain tabs were briefly covered, with Monitor supporting quantitative risk modeling and Explain intended for regulatory scenario analysis, though not fully built out.</a:t>
            </a:r>
          </a:p>
          <a:p>
            <a:r>
              <a:rPr lang="en-US" sz="1200" b="1" i="0" kern="1200">
                <a:solidFill>
                  <a:schemeClr val="tx1"/>
                </a:solidFill>
                <a:effectLst/>
                <a:latin typeface="Arial" panose="020B0604020202020204" pitchFamily="34" charset="0"/>
                <a:ea typeface="+mn-ea"/>
                <a:cs typeface="+mn-cs"/>
              </a:rPr>
              <a:t>Key Features and Concepts</a:t>
            </a:r>
          </a:p>
          <a:p>
            <a:r>
              <a:rPr lang="en-US" sz="1200" b="0" i="0" kern="1200">
                <a:solidFill>
                  <a:schemeClr val="tx1"/>
                </a:solidFill>
                <a:effectLst/>
                <a:latin typeface="Arial" panose="020B0604020202020204" pitchFamily="34" charset="0"/>
                <a:ea typeface="+mn-ea"/>
                <a:cs typeface="+mn-cs"/>
              </a:rPr>
              <a:t>The platform integrates chat-based interaction with database access and LLM capabilities, aiming to streamline risk management workflows.</a:t>
            </a:r>
          </a:p>
          <a:p>
            <a:r>
              <a:rPr lang="en-US" sz="1200" b="0" i="0" kern="1200">
                <a:solidFill>
                  <a:schemeClr val="tx1"/>
                </a:solidFill>
                <a:effectLst/>
                <a:latin typeface="Arial" panose="020B0604020202020204" pitchFamily="34" charset="0"/>
                <a:ea typeface="+mn-ea"/>
                <a:cs typeface="+mn-cs"/>
              </a:rPr>
              <a:t>Agent autonomy is adjustable, allowing for varying levels of human intervention based on confidence and guardrails.</a:t>
            </a:r>
          </a:p>
          <a:p>
            <a:r>
              <a:rPr lang="en-US" sz="1200" b="0" i="0" kern="1200">
                <a:solidFill>
                  <a:schemeClr val="tx1"/>
                </a:solidFill>
                <a:effectLst/>
                <a:latin typeface="Arial" panose="020B0604020202020204" pitchFamily="34" charset="0"/>
                <a:ea typeface="+mn-ea"/>
                <a:cs typeface="+mn-cs"/>
              </a:rPr>
              <a:t>The Sankey diagram visualizes the transition from risk identification to mitigation, emphasizing reduced cycle times and agent-driven actions.</a:t>
            </a:r>
          </a:p>
          <a:p>
            <a:r>
              <a:rPr lang="en-US" sz="1200" b="0" i="0" kern="1200">
                <a:solidFill>
                  <a:schemeClr val="tx1"/>
                </a:solidFill>
                <a:effectLst/>
                <a:latin typeface="Arial" panose="020B0604020202020204" pitchFamily="34" charset="0"/>
                <a:ea typeface="+mn-ea"/>
                <a:cs typeface="+mn-cs"/>
              </a:rPr>
              <a:t>Custom policy and guardrail features are planned but not yet implemented, with the product still under development.</a:t>
            </a:r>
          </a:p>
          <a:p>
            <a:r>
              <a:rPr lang="en-US" sz="1200" b="0" i="0" kern="1200">
                <a:solidFill>
                  <a:schemeClr val="tx1"/>
                </a:solidFill>
                <a:effectLst/>
                <a:latin typeface="Arial" panose="020B0604020202020204" pitchFamily="34" charset="0"/>
                <a:ea typeface="+mn-ea"/>
                <a:cs typeface="+mn-cs"/>
              </a:rPr>
              <a:t>Quantitative risk modeling and what-if analysis are supported, enabling executives to assess mitigation impacts before decisions.</a:t>
            </a:r>
          </a:p>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12</a:t>
            </a:fld>
            <a:endParaRPr lang="en-US"/>
          </a:p>
        </p:txBody>
      </p:sp>
    </p:spTree>
    <p:extLst>
      <p:ext uri="{BB962C8B-B14F-4D97-AF65-F5344CB8AC3E}">
        <p14:creationId xmlns:p14="http://schemas.microsoft.com/office/powerpoint/2010/main" val="3689990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4BD4E-DA67-F4A9-0FFC-D851A872F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F37FA-6846-0BCF-7819-CB6B8C0246F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D489579-2187-DE0C-5A2C-BE2F1DF3FCA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91840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6C4BC-E308-9B46-ACF0-995DD3332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10AAF-832A-CEBC-1755-022B3797324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B2D01C-5B73-91B3-8224-B163E6E7FBD7}"/>
              </a:ext>
            </a:extLst>
          </p:cNvPr>
          <p:cNvSpPr>
            <a:spLocks noGrp="1"/>
          </p:cNvSpPr>
          <p:nvPr>
            <p:ph type="body" idx="1"/>
          </p:nvPr>
        </p:nvSpPr>
        <p:spPr/>
        <p:txBody>
          <a:bodyPr/>
          <a:lstStyle/>
          <a:p>
            <a:pPr fontAlgn="base"/>
            <a:endParaRPr lang="en-US"/>
          </a:p>
        </p:txBody>
      </p:sp>
      <p:sp>
        <p:nvSpPr>
          <p:cNvPr id="4" name="Slide Number Placeholder 3">
            <a:extLst>
              <a:ext uri="{FF2B5EF4-FFF2-40B4-BE49-F238E27FC236}">
                <a16:creationId xmlns:a16="http://schemas.microsoft.com/office/drawing/2014/main" id="{F61A41C9-65A7-6BCE-55E1-CA6D422348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2CDD9E-2D6D-4A4D-8657-996A74D4C05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66476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D21F7C72-EFC2-F184-273C-F2B01418080A}"/>
            </a:ext>
          </a:extLst>
        </p:cNvPr>
        <p:cNvGrpSpPr/>
        <p:nvPr/>
      </p:nvGrpSpPr>
      <p:grpSpPr>
        <a:xfrm>
          <a:off x="0" y="0"/>
          <a:ext cx="0" cy="0"/>
          <a:chOff x="0" y="0"/>
          <a:chExt cx="0" cy="0"/>
        </a:xfrm>
      </p:grpSpPr>
      <p:sp>
        <p:nvSpPr>
          <p:cNvPr id="184" name="Google Shape;184;g2686b8daa82_0_0:notes">
            <a:extLst>
              <a:ext uri="{FF2B5EF4-FFF2-40B4-BE49-F238E27FC236}">
                <a16:creationId xmlns:a16="http://schemas.microsoft.com/office/drawing/2014/main" id="{9DBFB036-88EB-9566-6B0E-6C5E5CBF26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g2686b8daa82_0_0:notes">
            <a:extLst>
              <a:ext uri="{FF2B5EF4-FFF2-40B4-BE49-F238E27FC236}">
                <a16:creationId xmlns:a16="http://schemas.microsoft.com/office/drawing/2014/main" id="{B0F4B51A-811F-81BA-FAEA-24EF82BDDCD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89454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DC_One Content Subtitle">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337407"/>
            <a:ext cx="11453638" cy="387798"/>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1343687010"/>
      </p:ext>
    </p:extLst>
  </p:cSld>
  <p:clrMapOvr>
    <a:masterClrMapping/>
  </p:clrMapOvr>
  <p:extLst>
    <p:ext uri="{DCECCB84-F9BA-43D5-87BE-67443E8EF086}">
      <p15:sldGuideLst xmlns:p15="http://schemas.microsoft.com/office/powerpoint/2012/main">
        <p15:guide id="1" orient="horz" pos="398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6D7607-D1F4-F3D5-F6A1-ADA8066F7D42}"/>
              </a:ext>
            </a:extLst>
          </p:cNvPr>
          <p:cNvPicPr>
            <a:picLocks noChangeAspect="1"/>
          </p:cNvPicPr>
          <p:nvPr userDrawn="1"/>
        </p:nvPicPr>
        <p:blipFill>
          <a:blip r:embed="rId2" cstate="print">
            <a:extLst>
              <a:ext uri="{28A0092B-C50C-407E-A947-70E740481C1C}">
                <a14:useLocalDpi xmlns:a14="http://schemas.microsoft.com/office/drawing/2010/main"/>
              </a:ext>
            </a:extLst>
          </a:blip>
          <a:srcRect t="52" b="52"/>
          <a:stretch/>
        </p:blipFill>
        <p:spPr>
          <a:xfrm>
            <a:off x="0" y="0"/>
            <a:ext cx="12192000"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1" y="6080125"/>
            <a:ext cx="4718050"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399261884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0" y="6080125"/>
            <a:ext cx="4684447"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
        <p:nvSpPr>
          <p:cNvPr id="3" name="Title 1">
            <a:extLst>
              <a:ext uri="{FF2B5EF4-FFF2-40B4-BE49-F238E27FC236}">
                <a16:creationId xmlns:a16="http://schemas.microsoft.com/office/drawing/2014/main" id="{DFD90212-F74C-9DC9-0056-4F5DDF01944F}"/>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pic>
        <p:nvPicPr>
          <p:cNvPr id="7" name="Graphic 6">
            <a:extLst>
              <a:ext uri="{FF2B5EF4-FFF2-40B4-BE49-F238E27FC236}">
                <a16:creationId xmlns:a16="http://schemas.microsoft.com/office/drawing/2014/main" id="{47D16F40-FE44-DE37-84EC-E0DE6B931AC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282142617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8300" y="4007973"/>
            <a:ext cx="4711700"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368300"/>
            <a:ext cx="5663406"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800962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8300"/>
            <a:ext cx="5665786" cy="3001964"/>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68300" y="4009671"/>
            <a:ext cx="4711700"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595187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7776"/>
            <a:ext cx="5665786"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4709938"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1162161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88305" y="367776"/>
            <a:ext cx="6624637"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425518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09794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54783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3049"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5535"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375537" y="5029715"/>
            <a:ext cx="5641182" cy="990083"/>
          </a:xfrm>
        </p:spPr>
        <p:txBody>
          <a:bodyPr/>
          <a:lstStyle>
            <a:lvl1pPr>
              <a:defRPr sz="1300" b="0">
                <a:latin typeface="+mn-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518638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892267"/>
            <a:ext cx="3746501" cy="196205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55663"/>
            <a:ext cx="3746501" cy="3016512"/>
          </a:xfrm>
        </p:spPr>
        <p:txBody>
          <a:bodyPr/>
          <a:lstStyle>
            <a:lvl1pPr>
              <a:lnSpc>
                <a:spcPct val="125000"/>
              </a:lnSpc>
              <a:defRPr sz="1600" b="0">
                <a:latin typeface="+mn-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676282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886888"/>
            <a:ext cx="4671730" cy="19674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61042"/>
            <a:ext cx="4671729" cy="3010070"/>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2896579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53350" y="367777"/>
            <a:ext cx="5670349"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53351" y="1930138"/>
            <a:ext cx="5670349"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090267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88305" y="367777"/>
            <a:ext cx="6635395"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6" y="1930138"/>
            <a:ext cx="6635394"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7422578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9646" y="373156"/>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369646"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5" y="367777"/>
            <a:ext cx="6635395" cy="5604398"/>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0772111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9173"/>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188180" y="772547"/>
            <a:ext cx="6635520" cy="3227953"/>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5371857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Slide Number Placeholder 13">
            <a:extLst>
              <a:ext uri="{FF2B5EF4-FFF2-40B4-BE49-F238E27FC236}">
                <a16:creationId xmlns:a16="http://schemas.microsoft.com/office/drawing/2014/main" id="{6DE5500C-FE6E-579B-63C3-09F6ADCF909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Text Placeholder 8">
            <a:extLst>
              <a:ext uri="{FF2B5EF4-FFF2-40B4-BE49-F238E27FC236}">
                <a16:creationId xmlns:a16="http://schemas.microsoft.com/office/drawing/2014/main" id="{DD78BEAF-F2F8-DC26-B864-8F8182138069}"/>
              </a:ext>
            </a:extLst>
          </p:cNvPr>
          <p:cNvSpPr>
            <a:spLocks noGrp="1"/>
          </p:cNvSpPr>
          <p:nvPr>
            <p:ph type="body" sz="quarter" idx="12"/>
          </p:nvPr>
        </p:nvSpPr>
        <p:spPr>
          <a:xfrm>
            <a:off x="5188181" y="781004"/>
            <a:ext cx="5670320" cy="3219495"/>
          </a:xfrm>
        </p:spPr>
        <p:txBody>
          <a:bodyPr tIns="73152"/>
          <a:lstStyle>
            <a:lvl1pPr marL="647700" indent="-552450">
              <a:lnSpc>
                <a:spcPct val="100000"/>
              </a:lnSpc>
              <a:spcBef>
                <a:spcPts val="500"/>
              </a:spcBef>
              <a:spcAft>
                <a:spcPts val="500"/>
              </a:spcAft>
              <a:tabLst/>
              <a:defRPr sz="2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1703684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3022340" y="781329"/>
            <a:ext cx="4324869" cy="2685354"/>
          </a:xfrm>
        </p:spPr>
        <p:txBody>
          <a:bodyPr tIns="457200"/>
          <a:lstStyle>
            <a:lvl1pPr algn="ctr">
              <a:defRPr sz="1800"/>
            </a:lvl1pPr>
          </a:lstStyle>
          <a:p>
            <a:r>
              <a:rPr lang="en-US"/>
              <a:t>Click icon to add table</a:t>
            </a:r>
          </a:p>
        </p:txBody>
      </p:sp>
      <p:sp>
        <p:nvSpPr>
          <p:cNvPr id="6" name="Table Placeholder 6">
            <a:extLst>
              <a:ext uri="{FF2B5EF4-FFF2-40B4-BE49-F238E27FC236}">
                <a16:creationId xmlns:a16="http://schemas.microsoft.com/office/drawing/2014/main" id="{CE0852A2-F289-0299-38DA-54988A9CF403}"/>
              </a:ext>
            </a:extLst>
          </p:cNvPr>
          <p:cNvSpPr>
            <a:spLocks noGrp="1"/>
          </p:cNvSpPr>
          <p:nvPr>
            <p:ph type="tbl" sz="quarter" idx="11"/>
          </p:nvPr>
        </p:nvSpPr>
        <p:spPr>
          <a:xfrm>
            <a:off x="7491579" y="781329"/>
            <a:ext cx="4324869" cy="2685354"/>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8D3D9662-5F2D-57D9-7407-78275144A67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417BEBC1-805D-DD3E-7FB7-E733D35B8E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929765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4">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3" name="Footer Placeholder 4">
            <a:extLst>
              <a:ext uri="{FF2B5EF4-FFF2-40B4-BE49-F238E27FC236}">
                <a16:creationId xmlns:a16="http://schemas.microsoft.com/office/drawing/2014/main" id="{0EEDD237-2AD5-3154-E113-01E98DC0986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C3079065-EEA7-BD3F-374F-2BD4FA17413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3" name="Text Placeholder 8">
            <a:extLst>
              <a:ext uri="{FF2B5EF4-FFF2-40B4-BE49-F238E27FC236}">
                <a16:creationId xmlns:a16="http://schemas.microsoft.com/office/drawing/2014/main" id="{D9EB10B1-191A-630B-CAE5-F7CB250CA41E}"/>
              </a:ext>
            </a:extLst>
          </p:cNvPr>
          <p:cNvSpPr>
            <a:spLocks noGrp="1"/>
          </p:cNvSpPr>
          <p:nvPr>
            <p:ph type="body" sz="quarter" idx="12"/>
          </p:nvPr>
        </p:nvSpPr>
        <p:spPr>
          <a:xfrm>
            <a:off x="3171949" y="890680"/>
            <a:ext cx="4224722" cy="2589534"/>
          </a:xfrm>
        </p:spPr>
        <p:txBody>
          <a:bodyPr lIns="91440"/>
          <a:lstStyle>
            <a:lvl1pPr marL="292608" indent="-573088">
              <a:lnSpc>
                <a:spcPct val="100000"/>
              </a:lnSpc>
              <a:spcBef>
                <a:spcPts val="700"/>
              </a:spcBef>
              <a:spcAft>
                <a:spcPts val="700"/>
              </a:spcAft>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
        <p:nvSpPr>
          <p:cNvPr id="16" name="Text Placeholder 8">
            <a:extLst>
              <a:ext uri="{FF2B5EF4-FFF2-40B4-BE49-F238E27FC236}">
                <a16:creationId xmlns:a16="http://schemas.microsoft.com/office/drawing/2014/main" id="{FB735FB7-5411-F2F1-D974-F773B1B8360F}"/>
              </a:ext>
            </a:extLst>
          </p:cNvPr>
          <p:cNvSpPr>
            <a:spLocks noGrp="1"/>
          </p:cNvSpPr>
          <p:nvPr>
            <p:ph type="body" sz="quarter" idx="13"/>
          </p:nvPr>
        </p:nvSpPr>
        <p:spPr>
          <a:xfrm>
            <a:off x="7598978" y="890680"/>
            <a:ext cx="4224722" cy="2589534"/>
          </a:xfrm>
        </p:spPr>
        <p:txBody>
          <a:bodyPr lIns="91440"/>
          <a:lstStyle>
            <a:lvl1pPr marL="393192" indent="-676656">
              <a:lnSpc>
                <a:spcPct val="100000"/>
              </a:lnSpc>
              <a:spcBef>
                <a:spcPts val="700"/>
              </a:spcBef>
              <a:spcAft>
                <a:spcPts val="700"/>
              </a:spcAft>
              <a:tabLst>
                <a:tab pos="225425" algn="r"/>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2712516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On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Content Placeholder 7">
            <a:extLst>
              <a:ext uri="{FF2B5EF4-FFF2-40B4-BE49-F238E27FC236}">
                <a16:creationId xmlns:a16="http://schemas.microsoft.com/office/drawing/2014/main" id="{09A13E53-F775-A736-E17E-0D3BA9C73AFD}"/>
              </a:ext>
            </a:extLst>
          </p:cNvPr>
          <p:cNvSpPr>
            <a:spLocks noGrp="1"/>
          </p:cNvSpPr>
          <p:nvPr>
            <p:ph sz="quarter" idx="10"/>
          </p:nvPr>
        </p:nvSpPr>
        <p:spPr>
          <a:xfrm>
            <a:off x="368300" y="1924050"/>
            <a:ext cx="663892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itle 9">
            <a:extLst>
              <a:ext uri="{FF2B5EF4-FFF2-40B4-BE49-F238E27FC236}">
                <a16:creationId xmlns:a16="http://schemas.microsoft.com/office/drawing/2014/main" id="{8379B048-01BA-296A-05B7-D40EDFD3726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728186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ne Content Subtitle">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337407"/>
            <a:ext cx="11453638" cy="387798"/>
          </a:xfrm>
          <a:prstGeom prst="rect">
            <a:avLst/>
          </a:prstGeom>
        </p:spPr>
        <p:txBody>
          <a:bodyPr vert="horz" lIns="0" tIns="0" rIns="0" bIns="0" rtlCol="0" anchor="t" anchorCtr="0">
            <a:spAutoFit/>
          </a:bodyPr>
          <a:lstStyle/>
          <a:p>
            <a:r>
              <a:rPr lang="en-US"/>
              <a:t>Click to edit Master title style</a:t>
            </a:r>
          </a:p>
        </p:txBody>
      </p:sp>
      <p:sp>
        <p:nvSpPr>
          <p:cNvPr id="5" name="Text Placeholder 4">
            <a:extLst>
              <a:ext uri="{FF2B5EF4-FFF2-40B4-BE49-F238E27FC236}">
                <a16:creationId xmlns:a16="http://schemas.microsoft.com/office/drawing/2014/main" id="{51C9977E-07C7-6A42-E691-FD4699CEC98F}"/>
              </a:ext>
            </a:extLst>
          </p:cNvPr>
          <p:cNvSpPr>
            <a:spLocks noGrp="1"/>
          </p:cNvSpPr>
          <p:nvPr>
            <p:ph type="body" sz="quarter" idx="10"/>
          </p:nvPr>
        </p:nvSpPr>
        <p:spPr>
          <a:xfrm>
            <a:off x="369364" y="844561"/>
            <a:ext cx="11454336" cy="276999"/>
          </a:xfrm>
        </p:spPr>
        <p:txBody>
          <a:bodyPr>
            <a:spAutoFit/>
          </a:bodyPr>
          <a:lstStyle>
            <a:lvl1pPr>
              <a:defRPr sz="1800"/>
            </a:lvl1pPr>
          </a:lstStyle>
          <a:p>
            <a:pPr lvl="0"/>
            <a:r>
              <a:rPr lang="en-US"/>
              <a:t>Click to edit Master text styles</a:t>
            </a:r>
          </a:p>
        </p:txBody>
      </p:sp>
      <p:sp>
        <p:nvSpPr>
          <p:cNvPr id="7" name="Content Placeholder 6">
            <a:extLst>
              <a:ext uri="{FF2B5EF4-FFF2-40B4-BE49-F238E27FC236}">
                <a16:creationId xmlns:a16="http://schemas.microsoft.com/office/drawing/2014/main" id="{090265C7-5AAC-0489-DEB2-CECC63DAC288}"/>
              </a:ext>
            </a:extLst>
          </p:cNvPr>
          <p:cNvSpPr>
            <a:spLocks noGrp="1"/>
          </p:cNvSpPr>
          <p:nvPr>
            <p:ph sz="quarter" idx="11"/>
          </p:nvPr>
        </p:nvSpPr>
        <p:spPr>
          <a:xfrm>
            <a:off x="368299" y="1360716"/>
            <a:ext cx="663892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22824348"/>
      </p:ext>
    </p:extLst>
  </p:cSld>
  <p:clrMapOvr>
    <a:masterClrMapping/>
  </p:clrMapOvr>
  <p:extLst>
    <p:ext uri="{DCECCB84-F9BA-43D5-87BE-67443E8EF086}">
      <p15:sldGuideLst xmlns:p15="http://schemas.microsoft.com/office/powerpoint/2012/main">
        <p15:guide id="1" orient="horz" pos="398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A5CBFC34-8CB2-CC41-3972-5FC87B9BDCE6}"/>
              </a:ext>
            </a:extLst>
          </p:cNvPr>
          <p:cNvSpPr>
            <a:spLocks noGrp="1"/>
          </p:cNvSpPr>
          <p:nvPr>
            <p:ph sz="quarter" idx="10"/>
          </p:nvPr>
        </p:nvSpPr>
        <p:spPr>
          <a:xfrm>
            <a:off x="369888" y="1924050"/>
            <a:ext cx="5285403"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6">
            <a:extLst>
              <a:ext uri="{FF2B5EF4-FFF2-40B4-BE49-F238E27FC236}">
                <a16:creationId xmlns:a16="http://schemas.microsoft.com/office/drawing/2014/main" id="{9F37A09F-4048-050A-FDB3-83EC9C37253B}"/>
              </a:ext>
            </a:extLst>
          </p:cNvPr>
          <p:cNvSpPr>
            <a:spLocks noGrp="1"/>
          </p:cNvSpPr>
          <p:nvPr>
            <p:ph sz="quarter" idx="11"/>
          </p:nvPr>
        </p:nvSpPr>
        <p:spPr>
          <a:xfrm>
            <a:off x="6149975" y="1924050"/>
            <a:ext cx="5285403"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itle 7">
            <a:extLst>
              <a:ext uri="{FF2B5EF4-FFF2-40B4-BE49-F238E27FC236}">
                <a16:creationId xmlns:a16="http://schemas.microsoft.com/office/drawing/2014/main" id="{E24C1953-6774-4962-D21C-79F931E8AFE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057024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Subtitl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2" y="370062"/>
            <a:ext cx="11453638" cy="404638"/>
          </a:xfrm>
          <a:prstGeom prst="rect">
            <a:avLst/>
          </a:prstGeom>
        </p:spPr>
        <p:txBody>
          <a:bodyPr vert="horz" lIns="0" tIns="0" rIns="0" bIns="0" rtlCol="0" anchor="t" anchorCtr="0">
            <a:noAutofit/>
          </a:bodyPr>
          <a:lstStyle/>
          <a:p>
            <a:r>
              <a:rPr lang="en-US"/>
              <a:t>Click to edit Master title style</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ext Placeholder 3">
            <a:extLst>
              <a:ext uri="{FF2B5EF4-FFF2-40B4-BE49-F238E27FC236}">
                <a16:creationId xmlns:a16="http://schemas.microsoft.com/office/drawing/2014/main" id="{81241698-5CD8-C604-8076-E2C7174471A8}"/>
              </a:ext>
            </a:extLst>
          </p:cNvPr>
          <p:cNvSpPr>
            <a:spLocks noGrp="1"/>
          </p:cNvSpPr>
          <p:nvPr>
            <p:ph type="body" sz="quarter" idx="11"/>
          </p:nvPr>
        </p:nvSpPr>
        <p:spPr>
          <a:xfrm>
            <a:off x="369364" y="886968"/>
            <a:ext cx="11454336" cy="519557"/>
          </a:xfrm>
        </p:spPr>
        <p:txBody>
          <a:bodyPr/>
          <a:lstStyle>
            <a:lvl1pPr>
              <a:defRPr sz="1800"/>
            </a:lvl1pPr>
          </a:lstStyle>
          <a:p>
            <a:pPr lvl="0"/>
            <a:r>
              <a:rPr lang="en-US"/>
              <a:t>Click to edit Master text styles</a:t>
            </a:r>
          </a:p>
        </p:txBody>
      </p:sp>
      <p:sp>
        <p:nvSpPr>
          <p:cNvPr id="6" name="Content Placeholder 5">
            <a:extLst>
              <a:ext uri="{FF2B5EF4-FFF2-40B4-BE49-F238E27FC236}">
                <a16:creationId xmlns:a16="http://schemas.microsoft.com/office/drawing/2014/main" id="{09364D4B-08FC-0F72-14EE-FFE49CBE3E87}"/>
              </a:ext>
            </a:extLst>
          </p:cNvPr>
          <p:cNvSpPr>
            <a:spLocks noGrp="1"/>
          </p:cNvSpPr>
          <p:nvPr>
            <p:ph sz="quarter" idx="12"/>
          </p:nvPr>
        </p:nvSpPr>
        <p:spPr>
          <a:xfrm>
            <a:off x="368301" y="1924050"/>
            <a:ext cx="5284844"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37630663-0430-1D7C-EBF0-D28C79961CF8}"/>
              </a:ext>
            </a:extLst>
          </p:cNvPr>
          <p:cNvSpPr>
            <a:spLocks noGrp="1"/>
          </p:cNvSpPr>
          <p:nvPr>
            <p:ph sz="quarter" idx="13"/>
          </p:nvPr>
        </p:nvSpPr>
        <p:spPr>
          <a:xfrm>
            <a:off x="6149975" y="1924050"/>
            <a:ext cx="528484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978310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2" y="3492184"/>
            <a:ext cx="3840957" cy="2454594"/>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196065" y="370158"/>
            <a:ext cx="3649948" cy="4510882"/>
          </a:xfrm>
          <a:solidFill>
            <a:schemeClr val="bg2"/>
          </a:solidFill>
        </p:spPr>
        <p:txBody>
          <a:bodyPr tIns="1554480"/>
          <a:lstStyle>
            <a:lvl1pPr algn="ctr">
              <a:defRPr/>
            </a:lvl1pPr>
          </a:lstStyle>
          <a:p>
            <a:r>
              <a:rPr lang="en-US"/>
              <a:t>Click icon to add picture</a:t>
            </a:r>
          </a:p>
        </p:txBody>
      </p:sp>
      <p:sp>
        <p:nvSpPr>
          <p:cNvPr id="5" name="Content Placeholder 2">
            <a:extLst>
              <a:ext uri="{FF2B5EF4-FFF2-40B4-BE49-F238E27FC236}">
                <a16:creationId xmlns:a16="http://schemas.microsoft.com/office/drawing/2014/main" id="{BFFD3C8C-DE95-11CF-E112-F1CDEBBBAF20}"/>
              </a:ext>
            </a:extLst>
          </p:cNvPr>
          <p:cNvSpPr>
            <a:spLocks noGrp="1"/>
          </p:cNvSpPr>
          <p:nvPr>
            <p:ph idx="10"/>
          </p:nvPr>
        </p:nvSpPr>
        <p:spPr>
          <a:xfrm>
            <a:off x="9037638" y="371478"/>
            <a:ext cx="2514282"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DF56AB70-B001-F407-DDA0-8274B08150B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BB0E27A5-BC84-EBC4-82C5-E8CF838E435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91000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1" y="370061"/>
            <a:ext cx="3855863" cy="5602113"/>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190686" y="370158"/>
            <a:ext cx="3649948" cy="2486022"/>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9043016" y="371478"/>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5190686" y="2960903"/>
            <a:ext cx="3649948" cy="2455068"/>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9043016" y="2977040"/>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60C2534F-0DED-9179-1BA0-BA7BBA63E4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C21211E5-4A9D-2EA5-349A-BFEBB51D88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274487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Content Four Images Matrix ">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370557" y="1409922"/>
            <a:ext cx="2657075" cy="1938825"/>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3259847" y="1399935"/>
            <a:ext cx="2514283" cy="1938812"/>
          </a:xfrm>
        </p:spPr>
        <p:txBody>
          <a:bodyPr/>
          <a:lstStyle>
            <a:lvl1pPr>
              <a:lnSpc>
                <a:spcPct val="100000"/>
              </a:lnSpc>
              <a:spcAft>
                <a:spcPts val="1200"/>
              </a:spcAft>
              <a:defRPr sz="1500" b="1">
                <a:latin typeface="+mn-lt"/>
              </a:defRPr>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370557" y="3492323"/>
            <a:ext cx="2657075" cy="1938825"/>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3259847" y="3492323"/>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9" name="Picture Placeholder 14">
            <a:extLst>
              <a:ext uri="{FF2B5EF4-FFF2-40B4-BE49-F238E27FC236}">
                <a16:creationId xmlns:a16="http://schemas.microsoft.com/office/drawing/2014/main" id="{BF7E05F9-3B71-A92F-C27D-3EA7295545BA}"/>
              </a:ext>
              <a:ext uri="{C183D7F6-B498-43B3-948B-1728B52AA6E4}">
                <adec:decorative xmlns:adec="http://schemas.microsoft.com/office/drawing/2017/decorative" val="1"/>
              </a:ext>
            </a:extLst>
          </p:cNvPr>
          <p:cNvSpPr>
            <a:spLocks noGrp="1"/>
          </p:cNvSpPr>
          <p:nvPr>
            <p:ph type="pic" sz="quarter" idx="14"/>
          </p:nvPr>
        </p:nvSpPr>
        <p:spPr>
          <a:xfrm>
            <a:off x="6149536" y="1409922"/>
            <a:ext cx="2657075" cy="1938825"/>
          </a:xfrm>
          <a:solidFill>
            <a:schemeClr val="bg2"/>
          </a:solidFill>
        </p:spPr>
        <p:txBody>
          <a:bodyPr tIns="731520"/>
          <a:lstStyle>
            <a:lvl1pPr algn="ctr">
              <a:defRPr/>
            </a:lvl1pPr>
          </a:lstStyle>
          <a:p>
            <a:r>
              <a:rPr lang="en-US"/>
              <a:t>Click icon to add picture</a:t>
            </a:r>
          </a:p>
        </p:txBody>
      </p:sp>
      <p:sp>
        <p:nvSpPr>
          <p:cNvPr id="13" name="Content Placeholder 2">
            <a:extLst>
              <a:ext uri="{FF2B5EF4-FFF2-40B4-BE49-F238E27FC236}">
                <a16:creationId xmlns:a16="http://schemas.microsoft.com/office/drawing/2014/main" id="{FCDEC8E4-3556-9DFF-F8E0-3E599203F394}"/>
              </a:ext>
            </a:extLst>
          </p:cNvPr>
          <p:cNvSpPr>
            <a:spLocks noGrp="1"/>
          </p:cNvSpPr>
          <p:nvPr>
            <p:ph idx="16"/>
          </p:nvPr>
        </p:nvSpPr>
        <p:spPr>
          <a:xfrm>
            <a:off x="9043017" y="1399935"/>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10" name="Picture Placeholder 14">
            <a:extLst>
              <a:ext uri="{FF2B5EF4-FFF2-40B4-BE49-F238E27FC236}">
                <a16:creationId xmlns:a16="http://schemas.microsoft.com/office/drawing/2014/main" id="{5436620D-30A8-EA32-EBA9-0FB0D98A3A57}"/>
              </a:ext>
              <a:ext uri="{C183D7F6-B498-43B3-948B-1728B52AA6E4}">
                <adec:decorative xmlns:adec="http://schemas.microsoft.com/office/drawing/2017/decorative" val="1"/>
              </a:ext>
            </a:extLst>
          </p:cNvPr>
          <p:cNvSpPr>
            <a:spLocks noGrp="1"/>
          </p:cNvSpPr>
          <p:nvPr>
            <p:ph type="pic" sz="quarter" idx="15"/>
          </p:nvPr>
        </p:nvSpPr>
        <p:spPr>
          <a:xfrm>
            <a:off x="6149536" y="3492323"/>
            <a:ext cx="2657075" cy="1938825"/>
          </a:xfrm>
          <a:solidFill>
            <a:schemeClr val="bg2"/>
          </a:solidFill>
        </p:spPr>
        <p:txBody>
          <a:bodyPr tIns="731520"/>
          <a:lstStyle>
            <a:lvl1pPr algn="ctr">
              <a:defRPr/>
            </a:lvl1pPr>
          </a:lstStyle>
          <a:p>
            <a:r>
              <a:rPr lang="en-US"/>
              <a:t>Click icon to add picture</a:t>
            </a:r>
          </a:p>
        </p:txBody>
      </p:sp>
      <p:sp>
        <p:nvSpPr>
          <p:cNvPr id="14" name="Content Placeholder 2">
            <a:extLst>
              <a:ext uri="{FF2B5EF4-FFF2-40B4-BE49-F238E27FC236}">
                <a16:creationId xmlns:a16="http://schemas.microsoft.com/office/drawing/2014/main" id="{08EEADAB-1623-2FF8-2487-6AA4F7EC3587}"/>
              </a:ext>
            </a:extLst>
          </p:cNvPr>
          <p:cNvSpPr>
            <a:spLocks noGrp="1"/>
          </p:cNvSpPr>
          <p:nvPr>
            <p:ph idx="17"/>
          </p:nvPr>
        </p:nvSpPr>
        <p:spPr>
          <a:xfrm>
            <a:off x="9043017" y="3492323"/>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91E3B5C0-2252-2AC3-B6AC-A233A36FBD7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3634351F-B70F-FAD9-F7BB-519E4552F59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E62847D5-ADA8-3259-2549-281D1A6D552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904677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A03E9A5D-D94B-2C14-C57F-8CEEA73EB975}"/>
              </a:ext>
            </a:extLst>
          </p:cNvPr>
          <p:cNvSpPr>
            <a:spLocks noGrp="1"/>
          </p:cNvSpPr>
          <p:nvPr>
            <p:ph sz="quarter" idx="10"/>
          </p:nvPr>
        </p:nvSpPr>
        <p:spPr>
          <a:xfrm>
            <a:off x="368300"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4">
            <a:extLst>
              <a:ext uri="{FF2B5EF4-FFF2-40B4-BE49-F238E27FC236}">
                <a16:creationId xmlns:a16="http://schemas.microsoft.com/office/drawing/2014/main" id="{489906B8-D3A9-4BCE-6015-ACFE378C7211}"/>
              </a:ext>
            </a:extLst>
          </p:cNvPr>
          <p:cNvSpPr>
            <a:spLocks noGrp="1"/>
          </p:cNvSpPr>
          <p:nvPr>
            <p:ph sz="quarter" idx="11"/>
          </p:nvPr>
        </p:nvSpPr>
        <p:spPr>
          <a:xfrm>
            <a:off x="4235674"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4">
            <a:extLst>
              <a:ext uri="{FF2B5EF4-FFF2-40B4-BE49-F238E27FC236}">
                <a16:creationId xmlns:a16="http://schemas.microsoft.com/office/drawing/2014/main" id="{FE0E6B83-F5A0-569B-4BAB-B7F61D7D0853}"/>
              </a:ext>
            </a:extLst>
          </p:cNvPr>
          <p:cNvSpPr>
            <a:spLocks noGrp="1"/>
          </p:cNvSpPr>
          <p:nvPr>
            <p:ph sz="quarter" idx="12"/>
          </p:nvPr>
        </p:nvSpPr>
        <p:spPr>
          <a:xfrm>
            <a:off x="8074025" y="1924049"/>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0">
            <a:extLst>
              <a:ext uri="{FF2B5EF4-FFF2-40B4-BE49-F238E27FC236}">
                <a16:creationId xmlns:a16="http://schemas.microsoft.com/office/drawing/2014/main" id="{46DFEB0B-173F-2B4F-16A8-263FCC6CEC2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118392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Subtitle">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70061" y="370063"/>
            <a:ext cx="11453639" cy="404637"/>
          </a:xfrm>
          <a:prstGeom prst="rect">
            <a:avLst/>
          </a:prstGeom>
        </p:spPr>
        <p:txBody>
          <a:bodyPr vert="horz" lIns="0" tIns="0" rIns="0" bIns="0" rtlCol="0" anchor="t" anchorCtr="0">
            <a:noAutofit/>
          </a:bodyPr>
          <a:lstStyle/>
          <a:p>
            <a:r>
              <a:rPr lang="en-US"/>
              <a:t>Click to edit Master title style</a:t>
            </a:r>
          </a:p>
        </p:txBody>
      </p:sp>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ext Placeholder 4">
            <a:extLst>
              <a:ext uri="{FF2B5EF4-FFF2-40B4-BE49-F238E27FC236}">
                <a16:creationId xmlns:a16="http://schemas.microsoft.com/office/drawing/2014/main" id="{1C2027B2-3AF9-ACB0-EFBF-E307D2CA34FA}"/>
              </a:ext>
            </a:extLst>
          </p:cNvPr>
          <p:cNvSpPr>
            <a:spLocks noGrp="1"/>
          </p:cNvSpPr>
          <p:nvPr>
            <p:ph type="body" sz="quarter" idx="12"/>
          </p:nvPr>
        </p:nvSpPr>
        <p:spPr>
          <a:xfrm>
            <a:off x="367776" y="886968"/>
            <a:ext cx="11455924" cy="519557"/>
          </a:xfrm>
        </p:spPr>
        <p:txBody>
          <a:bodyPr/>
          <a:lstStyle>
            <a:lvl1pPr>
              <a:defRPr sz="1800"/>
            </a:lvl1pPr>
          </a:lstStyle>
          <a:p>
            <a:pPr lvl="0"/>
            <a:r>
              <a:rPr lang="en-US"/>
              <a:t>Click to edit Master text styles</a:t>
            </a:r>
          </a:p>
        </p:txBody>
      </p:sp>
      <p:sp>
        <p:nvSpPr>
          <p:cNvPr id="4" name="Content Placeholder 4">
            <a:extLst>
              <a:ext uri="{FF2B5EF4-FFF2-40B4-BE49-F238E27FC236}">
                <a16:creationId xmlns:a16="http://schemas.microsoft.com/office/drawing/2014/main" id="{B015D90A-43B1-2686-2FB5-24977CABC779}"/>
              </a:ext>
            </a:extLst>
          </p:cNvPr>
          <p:cNvSpPr>
            <a:spLocks noGrp="1"/>
          </p:cNvSpPr>
          <p:nvPr>
            <p:ph sz="quarter" idx="10"/>
          </p:nvPr>
        </p:nvSpPr>
        <p:spPr>
          <a:xfrm>
            <a:off x="368300"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4">
            <a:extLst>
              <a:ext uri="{FF2B5EF4-FFF2-40B4-BE49-F238E27FC236}">
                <a16:creationId xmlns:a16="http://schemas.microsoft.com/office/drawing/2014/main" id="{305BD07F-9015-08E7-A1B9-CEE3998C38ED}"/>
              </a:ext>
            </a:extLst>
          </p:cNvPr>
          <p:cNvSpPr>
            <a:spLocks noGrp="1"/>
          </p:cNvSpPr>
          <p:nvPr>
            <p:ph sz="quarter" idx="11"/>
          </p:nvPr>
        </p:nvSpPr>
        <p:spPr>
          <a:xfrm>
            <a:off x="4235674"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4">
            <a:extLst>
              <a:ext uri="{FF2B5EF4-FFF2-40B4-BE49-F238E27FC236}">
                <a16:creationId xmlns:a16="http://schemas.microsoft.com/office/drawing/2014/main" id="{96E79EC7-3C5A-2B86-5F55-4E1518901C12}"/>
              </a:ext>
            </a:extLst>
          </p:cNvPr>
          <p:cNvSpPr>
            <a:spLocks noGrp="1"/>
          </p:cNvSpPr>
          <p:nvPr>
            <p:ph sz="quarter" idx="13"/>
          </p:nvPr>
        </p:nvSpPr>
        <p:spPr>
          <a:xfrm>
            <a:off x="8074025" y="1924049"/>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97041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ntent 2">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E946374-FA30-CA90-8DA8-4D3D9C8D955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B7BD091D-1A71-D98C-9FBE-055914E89494}"/>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E9C1A15D-9D72-ADF5-F762-A0FCDB4299C1}"/>
              </a:ext>
            </a:extLst>
          </p:cNvPr>
          <p:cNvSpPr>
            <a:spLocks noGrp="1"/>
          </p:cNvSpPr>
          <p:nvPr>
            <p:ph sz="quarter" idx="10"/>
          </p:nvPr>
        </p:nvSpPr>
        <p:spPr>
          <a:xfrm>
            <a:off x="368300" y="1924050"/>
            <a:ext cx="3235512"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F894016E-E9A2-621D-7E7E-4C60EA7D1446}"/>
              </a:ext>
            </a:extLst>
          </p:cNvPr>
          <p:cNvSpPr>
            <a:spLocks noGrp="1"/>
          </p:cNvSpPr>
          <p:nvPr>
            <p:ph sz="quarter" idx="11"/>
          </p:nvPr>
        </p:nvSpPr>
        <p:spPr>
          <a:xfrm>
            <a:off x="4235674" y="1924050"/>
            <a:ext cx="3235512"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4">
            <a:extLst>
              <a:ext uri="{FF2B5EF4-FFF2-40B4-BE49-F238E27FC236}">
                <a16:creationId xmlns:a16="http://schemas.microsoft.com/office/drawing/2014/main" id="{6B0989A2-BAE8-DBCB-9B68-2A6A9EEEC5CC}"/>
              </a:ext>
            </a:extLst>
          </p:cNvPr>
          <p:cNvSpPr>
            <a:spLocks noGrp="1"/>
          </p:cNvSpPr>
          <p:nvPr>
            <p:ph sz="quarter" idx="12"/>
          </p:nvPr>
        </p:nvSpPr>
        <p:spPr>
          <a:xfrm>
            <a:off x="8074025" y="1924049"/>
            <a:ext cx="3235512"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8">
            <a:extLst>
              <a:ext uri="{FF2B5EF4-FFF2-40B4-BE49-F238E27FC236}">
                <a16:creationId xmlns:a16="http://schemas.microsoft.com/office/drawing/2014/main" id="{6B661239-E68D-0808-F96A-FE85956F113C}"/>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793709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art and Two Conten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3FDB890-3693-B329-5A7C-C65A3B124F7E}"/>
              </a:ext>
            </a:extLst>
          </p:cNvPr>
          <p:cNvSpPr>
            <a:spLocks noGrp="1"/>
          </p:cNvSpPr>
          <p:nvPr>
            <p:ph type="chart" sz="quarter" idx="12"/>
          </p:nvPr>
        </p:nvSpPr>
        <p:spPr>
          <a:xfrm>
            <a:off x="370062" y="1407233"/>
            <a:ext cx="5229293" cy="4564941"/>
          </a:xfrm>
        </p:spPr>
        <p:txBody>
          <a:bodyPr/>
          <a:lstStyle/>
          <a:p>
            <a:r>
              <a:rPr lang="en-US"/>
              <a:t>Click icon to add chart</a:t>
            </a:r>
          </a:p>
        </p:txBody>
      </p:sp>
      <p:sp>
        <p:nvSpPr>
          <p:cNvPr id="3" name="Footer Placeholder 4">
            <a:extLst>
              <a:ext uri="{FF2B5EF4-FFF2-40B4-BE49-F238E27FC236}">
                <a16:creationId xmlns:a16="http://schemas.microsoft.com/office/drawing/2014/main" id="{79626A07-2517-5726-4FDD-0AC9D92990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06046AFA-0660-1D2A-C174-4EABDBEAAA0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943EE09F-88BE-B892-E588-CE1A64CF45AD}"/>
              </a:ext>
            </a:extLst>
          </p:cNvPr>
          <p:cNvSpPr>
            <a:spLocks noGrp="1"/>
          </p:cNvSpPr>
          <p:nvPr>
            <p:ph sz="quarter" idx="13"/>
          </p:nvPr>
        </p:nvSpPr>
        <p:spPr>
          <a:xfrm>
            <a:off x="6149975" y="2441575"/>
            <a:ext cx="2781300" cy="353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3">
            <a:extLst>
              <a:ext uri="{FF2B5EF4-FFF2-40B4-BE49-F238E27FC236}">
                <a16:creationId xmlns:a16="http://schemas.microsoft.com/office/drawing/2014/main" id="{89862BAD-5A88-900F-A59B-68B96AB41490}"/>
              </a:ext>
            </a:extLst>
          </p:cNvPr>
          <p:cNvSpPr>
            <a:spLocks noGrp="1"/>
          </p:cNvSpPr>
          <p:nvPr>
            <p:ph sz="quarter" idx="14"/>
          </p:nvPr>
        </p:nvSpPr>
        <p:spPr>
          <a:xfrm>
            <a:off x="9042400" y="2441575"/>
            <a:ext cx="2781300" cy="353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itle 7">
            <a:extLst>
              <a:ext uri="{FF2B5EF4-FFF2-40B4-BE49-F238E27FC236}">
                <a16:creationId xmlns:a16="http://schemas.microsoft.com/office/drawing/2014/main" id="{0DA847B6-5ED7-CD22-AC77-BE2F874194B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798836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ta and Two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364683" y="1933273"/>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Footer Placeholder 4">
            <a:extLst>
              <a:ext uri="{FF2B5EF4-FFF2-40B4-BE49-F238E27FC236}">
                <a16:creationId xmlns:a16="http://schemas.microsoft.com/office/drawing/2014/main" id="{6955500F-3808-9CA2-1F44-A6416457143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E6F2E23D-BB9F-B34F-EC85-66F73AA738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97546331-F0CB-B769-2ED0-10C215328D57}"/>
              </a:ext>
            </a:extLst>
          </p:cNvPr>
          <p:cNvSpPr>
            <a:spLocks noGrp="1"/>
          </p:cNvSpPr>
          <p:nvPr>
            <p:ph sz="quarter" idx="16"/>
          </p:nvPr>
        </p:nvSpPr>
        <p:spPr>
          <a:xfrm>
            <a:off x="365125" y="3603812"/>
            <a:ext cx="3335338" cy="2476313"/>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8">
            <a:extLst>
              <a:ext uri="{FF2B5EF4-FFF2-40B4-BE49-F238E27FC236}">
                <a16:creationId xmlns:a16="http://schemas.microsoft.com/office/drawing/2014/main" id="{7809C51E-8610-C513-8EEC-D5CB091B65E2}"/>
              </a:ext>
            </a:extLst>
          </p:cNvPr>
          <p:cNvSpPr>
            <a:spLocks noGrp="1"/>
          </p:cNvSpPr>
          <p:nvPr>
            <p:ph sz="quarter" idx="17"/>
          </p:nvPr>
        </p:nvSpPr>
        <p:spPr>
          <a:xfrm>
            <a:off x="4225925" y="1933575"/>
            <a:ext cx="3280410" cy="4146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8">
            <a:extLst>
              <a:ext uri="{FF2B5EF4-FFF2-40B4-BE49-F238E27FC236}">
                <a16:creationId xmlns:a16="http://schemas.microsoft.com/office/drawing/2014/main" id="{DFE232A4-E7EE-98E3-AD8F-428E48A336B7}"/>
              </a:ext>
            </a:extLst>
          </p:cNvPr>
          <p:cNvSpPr>
            <a:spLocks noGrp="1"/>
          </p:cNvSpPr>
          <p:nvPr>
            <p:ph sz="quarter" idx="18"/>
          </p:nvPr>
        </p:nvSpPr>
        <p:spPr>
          <a:xfrm>
            <a:off x="8087167" y="1933575"/>
            <a:ext cx="3280410" cy="4146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0">
            <a:extLst>
              <a:ext uri="{FF2B5EF4-FFF2-40B4-BE49-F238E27FC236}">
                <a16:creationId xmlns:a16="http://schemas.microsoft.com/office/drawing/2014/main" id="{A39229A9-9F4B-8863-1C67-62C2859D9BE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215774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ta and Four Stats">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370062" y="1927894"/>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Footer Placeholder 4">
            <a:extLst>
              <a:ext uri="{FF2B5EF4-FFF2-40B4-BE49-F238E27FC236}">
                <a16:creationId xmlns:a16="http://schemas.microsoft.com/office/drawing/2014/main" id="{3279AEC2-3D38-AA3C-D9ED-F56066F0252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1F2E443D-FB19-EC91-F034-92383A4D9EA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2B415381-8D1E-8A6F-693B-DB90EB881D1C}"/>
              </a:ext>
            </a:extLst>
          </p:cNvPr>
          <p:cNvSpPr>
            <a:spLocks noGrp="1"/>
          </p:cNvSpPr>
          <p:nvPr>
            <p:ph sz="quarter" idx="19"/>
          </p:nvPr>
        </p:nvSpPr>
        <p:spPr>
          <a:xfrm>
            <a:off x="365125" y="3603812"/>
            <a:ext cx="3335338" cy="2476313"/>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8E8D28FD-FF5F-398A-38AD-0E9B9DE0EC1B}"/>
              </a:ext>
            </a:extLst>
          </p:cNvPr>
          <p:cNvSpPr>
            <a:spLocks noGrp="1"/>
          </p:cNvSpPr>
          <p:nvPr>
            <p:ph sz="quarter" idx="20"/>
          </p:nvPr>
        </p:nvSpPr>
        <p:spPr>
          <a:xfrm>
            <a:off x="4225925" y="19240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9">
            <a:extLst>
              <a:ext uri="{FF2B5EF4-FFF2-40B4-BE49-F238E27FC236}">
                <a16:creationId xmlns:a16="http://schemas.microsoft.com/office/drawing/2014/main" id="{E2C8463D-8B6E-9FF2-1B5C-72452E9273E2}"/>
              </a:ext>
            </a:extLst>
          </p:cNvPr>
          <p:cNvSpPr>
            <a:spLocks noGrp="1"/>
          </p:cNvSpPr>
          <p:nvPr>
            <p:ph sz="quarter" idx="21"/>
          </p:nvPr>
        </p:nvSpPr>
        <p:spPr>
          <a:xfrm>
            <a:off x="4225925" y="40068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9">
            <a:extLst>
              <a:ext uri="{FF2B5EF4-FFF2-40B4-BE49-F238E27FC236}">
                <a16:creationId xmlns:a16="http://schemas.microsoft.com/office/drawing/2014/main" id="{39DE996C-A166-458A-310E-FEBC9C52A706}"/>
              </a:ext>
            </a:extLst>
          </p:cNvPr>
          <p:cNvSpPr>
            <a:spLocks noGrp="1"/>
          </p:cNvSpPr>
          <p:nvPr>
            <p:ph sz="quarter" idx="22"/>
          </p:nvPr>
        </p:nvSpPr>
        <p:spPr>
          <a:xfrm>
            <a:off x="8087920" y="19240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9">
            <a:extLst>
              <a:ext uri="{FF2B5EF4-FFF2-40B4-BE49-F238E27FC236}">
                <a16:creationId xmlns:a16="http://schemas.microsoft.com/office/drawing/2014/main" id="{134591D3-6AC4-CADD-BA45-13112332007E}"/>
              </a:ext>
            </a:extLst>
          </p:cNvPr>
          <p:cNvSpPr>
            <a:spLocks noGrp="1"/>
          </p:cNvSpPr>
          <p:nvPr>
            <p:ph sz="quarter" idx="23"/>
          </p:nvPr>
        </p:nvSpPr>
        <p:spPr>
          <a:xfrm>
            <a:off x="8087920" y="40068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itle 15">
            <a:extLst>
              <a:ext uri="{FF2B5EF4-FFF2-40B4-BE49-F238E27FC236}">
                <a16:creationId xmlns:a16="http://schemas.microsoft.com/office/drawing/2014/main" id="{33601CD4-0BCA-521B-0F56-3E84B8C91F79}"/>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758522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Content Two Small Images">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689588"/>
            <a:ext cx="3621405" cy="2257189"/>
          </a:xfrm>
          <a:solidFill>
            <a:schemeClr val="bg2"/>
          </a:solidFill>
        </p:spPr>
        <p:txBody>
          <a:bodyPr tIns="731520"/>
          <a:lstStyle>
            <a:lvl1pPr algn="ctr">
              <a:defRPr/>
            </a:lvl1pPr>
          </a:lstStyle>
          <a:p>
            <a:r>
              <a:rPr lang="en-US"/>
              <a:t>Click icon to add picture</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689587"/>
            <a:ext cx="3621405" cy="2257189"/>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E67D3849-C8CD-8658-1466-0AC905A3290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45FB2FC1-37EA-E80B-8E2C-5BB79F82C54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C3E8CA74-2A20-C79E-AB93-415F841BF9A5}"/>
              </a:ext>
            </a:extLst>
          </p:cNvPr>
          <p:cNvSpPr>
            <a:spLocks noGrp="1"/>
          </p:cNvSpPr>
          <p:nvPr>
            <p:ph sz="quarter" idx="14"/>
          </p:nvPr>
        </p:nvSpPr>
        <p:spPr>
          <a:xfrm>
            <a:off x="368300" y="1924049"/>
            <a:ext cx="3548063"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10">
            <a:extLst>
              <a:ext uri="{FF2B5EF4-FFF2-40B4-BE49-F238E27FC236}">
                <a16:creationId xmlns:a16="http://schemas.microsoft.com/office/drawing/2014/main" id="{F4A2F6DA-84DB-C19E-4C0E-907410D65A2C}"/>
              </a:ext>
            </a:extLst>
          </p:cNvPr>
          <p:cNvSpPr>
            <a:spLocks noGrp="1"/>
          </p:cNvSpPr>
          <p:nvPr>
            <p:ph sz="quarter" idx="15"/>
          </p:nvPr>
        </p:nvSpPr>
        <p:spPr>
          <a:xfrm>
            <a:off x="4225925" y="1924049"/>
            <a:ext cx="3621405" cy="166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0">
            <a:extLst>
              <a:ext uri="{FF2B5EF4-FFF2-40B4-BE49-F238E27FC236}">
                <a16:creationId xmlns:a16="http://schemas.microsoft.com/office/drawing/2014/main" id="{91E96ECE-0D5F-0C73-B9DA-305E820717B8}"/>
              </a:ext>
            </a:extLst>
          </p:cNvPr>
          <p:cNvSpPr>
            <a:spLocks noGrp="1"/>
          </p:cNvSpPr>
          <p:nvPr>
            <p:ph sz="quarter" idx="16"/>
          </p:nvPr>
        </p:nvSpPr>
        <p:spPr>
          <a:xfrm>
            <a:off x="8084820" y="1924049"/>
            <a:ext cx="3621405" cy="1663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itle 12">
            <a:extLst>
              <a:ext uri="{FF2B5EF4-FFF2-40B4-BE49-F238E27FC236}">
                <a16:creationId xmlns:a16="http://schemas.microsoft.com/office/drawing/2014/main" id="{3FB0C79D-C35F-8072-C668-9D9D7A937399}"/>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1985979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Images Three Content">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C4FF4641-ED6B-EA6B-E1D6-5913E5D1C4A7}"/>
              </a:ext>
              <a:ext uri="{C183D7F6-B498-43B3-948B-1728B52AA6E4}">
                <adec:decorative xmlns:adec="http://schemas.microsoft.com/office/drawing/2017/decorative" val="1"/>
              </a:ext>
            </a:extLst>
          </p:cNvPr>
          <p:cNvSpPr>
            <a:spLocks noGrp="1"/>
          </p:cNvSpPr>
          <p:nvPr>
            <p:ph type="pic" sz="quarter" idx="12"/>
          </p:nvPr>
        </p:nvSpPr>
        <p:spPr>
          <a:xfrm>
            <a:off x="373155" y="1407888"/>
            <a:ext cx="3621405" cy="2449830"/>
          </a:xfrm>
          <a:solidFill>
            <a:schemeClr val="bg2"/>
          </a:solidFill>
        </p:spPr>
        <p:txBody>
          <a:bodyPr tIns="731520"/>
          <a:lstStyle>
            <a:lvl1pPr algn="ctr">
              <a:defRPr/>
            </a:lvl1pPr>
          </a:lstStyle>
          <a:p>
            <a:r>
              <a:rPr lang="en-US"/>
              <a:t>Click icon to add picture</a:t>
            </a:r>
          </a:p>
        </p:txBody>
      </p:sp>
      <p:sp>
        <p:nvSpPr>
          <p:cNvPr id="8" name="Picture Placeholder 14">
            <a:extLst>
              <a:ext uri="{FF2B5EF4-FFF2-40B4-BE49-F238E27FC236}">
                <a16:creationId xmlns:a16="http://schemas.microsoft.com/office/drawing/2014/main" id="{738BD24F-B7A9-6A5E-4B91-293E35C96245}"/>
              </a:ext>
              <a:ext uri="{C183D7F6-B498-43B3-948B-1728B52AA6E4}">
                <adec:decorative xmlns:adec="http://schemas.microsoft.com/office/drawing/2017/decorative" val="1"/>
              </a:ext>
            </a:extLst>
          </p:cNvPr>
          <p:cNvSpPr>
            <a:spLocks noGrp="1"/>
          </p:cNvSpPr>
          <p:nvPr>
            <p:ph type="pic" sz="quarter" idx="13"/>
          </p:nvPr>
        </p:nvSpPr>
        <p:spPr>
          <a:xfrm>
            <a:off x="4231060" y="1407888"/>
            <a:ext cx="3621405" cy="2449830"/>
          </a:xfrm>
          <a:solidFill>
            <a:schemeClr val="bg2"/>
          </a:solidFill>
        </p:spPr>
        <p:txBody>
          <a:bodyPr tIns="731520"/>
          <a:lstStyle>
            <a:lvl1pPr algn="ctr">
              <a:defRPr/>
            </a:lvl1pPr>
          </a:lstStyle>
          <a:p>
            <a:r>
              <a:rPr lang="en-US"/>
              <a:t>Click icon to add picture</a:t>
            </a:r>
          </a:p>
        </p:txBody>
      </p:sp>
      <p:sp>
        <p:nvSpPr>
          <p:cNvPr id="9" name="Picture Placeholder 14">
            <a:extLst>
              <a:ext uri="{FF2B5EF4-FFF2-40B4-BE49-F238E27FC236}">
                <a16:creationId xmlns:a16="http://schemas.microsoft.com/office/drawing/2014/main" id="{3EA62964-C972-788F-A145-641910913B5F}"/>
              </a:ext>
              <a:ext uri="{C183D7F6-B498-43B3-948B-1728B52AA6E4}">
                <adec:decorative xmlns:adec="http://schemas.microsoft.com/office/drawing/2017/decorative" val="1"/>
              </a:ext>
            </a:extLst>
          </p:cNvPr>
          <p:cNvSpPr>
            <a:spLocks noGrp="1"/>
          </p:cNvSpPr>
          <p:nvPr>
            <p:ph type="pic" sz="quarter" idx="14"/>
          </p:nvPr>
        </p:nvSpPr>
        <p:spPr>
          <a:xfrm>
            <a:off x="8079441" y="1407888"/>
            <a:ext cx="3621405" cy="2449830"/>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E6D39F23-E441-3514-2A4F-F9CCA291192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FE222EB9-6543-2E06-6048-C32D6D58FBC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90658801-9D03-6822-31B7-920A8C4C5D87}"/>
              </a:ext>
            </a:extLst>
          </p:cNvPr>
          <p:cNvSpPr>
            <a:spLocks noGrp="1"/>
          </p:cNvSpPr>
          <p:nvPr>
            <p:ph sz="quarter" idx="15"/>
          </p:nvPr>
        </p:nvSpPr>
        <p:spPr>
          <a:xfrm>
            <a:off x="368300" y="4000500"/>
            <a:ext cx="3621405"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4">
            <a:extLst>
              <a:ext uri="{FF2B5EF4-FFF2-40B4-BE49-F238E27FC236}">
                <a16:creationId xmlns:a16="http://schemas.microsoft.com/office/drawing/2014/main" id="{E8465518-586C-3585-5D66-F8C5F784114F}"/>
              </a:ext>
            </a:extLst>
          </p:cNvPr>
          <p:cNvSpPr>
            <a:spLocks noGrp="1"/>
          </p:cNvSpPr>
          <p:nvPr>
            <p:ph sz="quarter" idx="16"/>
          </p:nvPr>
        </p:nvSpPr>
        <p:spPr>
          <a:xfrm>
            <a:off x="4231059" y="4000500"/>
            <a:ext cx="3621405"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4">
            <a:extLst>
              <a:ext uri="{FF2B5EF4-FFF2-40B4-BE49-F238E27FC236}">
                <a16:creationId xmlns:a16="http://schemas.microsoft.com/office/drawing/2014/main" id="{32A0F579-2C59-6C73-6CB2-7D28A65E2EE6}"/>
              </a:ext>
            </a:extLst>
          </p:cNvPr>
          <p:cNvSpPr>
            <a:spLocks noGrp="1"/>
          </p:cNvSpPr>
          <p:nvPr>
            <p:ph sz="quarter" idx="17"/>
          </p:nvPr>
        </p:nvSpPr>
        <p:spPr>
          <a:xfrm>
            <a:off x="8082597" y="4000500"/>
            <a:ext cx="3621405"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itle 12">
            <a:extLst>
              <a:ext uri="{FF2B5EF4-FFF2-40B4-BE49-F238E27FC236}">
                <a16:creationId xmlns:a16="http://schemas.microsoft.com/office/drawing/2014/main" id="{6C860A8A-DDDD-D41D-7D92-718D7B4F0FA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2648502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ide TItle Two Images Two Conten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32898A4C-932E-23E9-DC30-A54F1747D7DA}"/>
              </a:ext>
            </a:extLst>
          </p:cNvPr>
          <p:cNvSpPr>
            <a:spLocks noGrp="1"/>
          </p:cNvSpPr>
          <p:nvPr>
            <p:ph type="title"/>
          </p:nvPr>
        </p:nvSpPr>
        <p:spPr>
          <a:xfrm>
            <a:off x="370062" y="4002723"/>
            <a:ext cx="3389473" cy="1969452"/>
          </a:xfrm>
          <a:prstGeom prst="rect">
            <a:avLst/>
          </a:prstGeom>
        </p:spPr>
        <p:txBody>
          <a:bodyPr vert="horz" lIns="0" tIns="0" rIns="0" bIns="0" rtlCol="0" anchor="t" anchorCtr="0">
            <a:noAutofit/>
          </a:bodyPr>
          <a:lstStyle>
            <a:lvl1pPr>
              <a:defRPr sz="2400"/>
            </a:lvl1pPr>
          </a:lstStyle>
          <a:p>
            <a:r>
              <a:rPr lang="en-US"/>
              <a:t>Click to edit Master title style</a:t>
            </a:r>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72399"/>
            <a:ext cx="3621405" cy="3474561"/>
          </a:xfrm>
          <a:solidFill>
            <a:schemeClr val="bg2"/>
          </a:solidFill>
        </p:spPr>
        <p:txBody>
          <a:bodyPr tIns="731520"/>
          <a:lstStyle>
            <a:lvl1pPr algn="ctr">
              <a:defRPr/>
            </a:lvl1pPr>
          </a:lstStyle>
          <a:p>
            <a:r>
              <a:rPr lang="en-US"/>
              <a:t>Click icon to add picture</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72399"/>
            <a:ext cx="3621405" cy="3474561"/>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4BD5BA45-6FFD-0692-0F0F-E110F28E680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6A0EF6EA-3F57-5496-E0F3-4864ED1104A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14B2DDC5-30CC-4253-DAE0-02B6367366D1}"/>
              </a:ext>
            </a:extLst>
          </p:cNvPr>
          <p:cNvSpPr>
            <a:spLocks noGrp="1"/>
          </p:cNvSpPr>
          <p:nvPr>
            <p:ph sz="quarter" idx="14"/>
          </p:nvPr>
        </p:nvSpPr>
        <p:spPr>
          <a:xfrm>
            <a:off x="4241800" y="4002088"/>
            <a:ext cx="3621405" cy="20780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3">
            <a:extLst>
              <a:ext uri="{FF2B5EF4-FFF2-40B4-BE49-F238E27FC236}">
                <a16:creationId xmlns:a16="http://schemas.microsoft.com/office/drawing/2014/main" id="{BC4F89F3-153E-1F6B-8CFE-E1D4D6874917}"/>
              </a:ext>
            </a:extLst>
          </p:cNvPr>
          <p:cNvSpPr>
            <a:spLocks noGrp="1"/>
          </p:cNvSpPr>
          <p:nvPr>
            <p:ph sz="quarter" idx="15"/>
          </p:nvPr>
        </p:nvSpPr>
        <p:spPr>
          <a:xfrm>
            <a:off x="8084820" y="4002088"/>
            <a:ext cx="3621405" cy="20780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324505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AB18F79E-2EEB-FEB6-9FD2-CF00E69E399F}"/>
              </a:ext>
            </a:extLst>
          </p:cNvPr>
          <p:cNvSpPr>
            <a:spLocks noGrp="1"/>
          </p:cNvSpPr>
          <p:nvPr>
            <p:ph sz="quarter" idx="10"/>
          </p:nvPr>
        </p:nvSpPr>
        <p:spPr>
          <a:xfrm>
            <a:off x="3683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6">
            <a:extLst>
              <a:ext uri="{FF2B5EF4-FFF2-40B4-BE49-F238E27FC236}">
                <a16:creationId xmlns:a16="http://schemas.microsoft.com/office/drawing/2014/main" id="{B50CDAE4-0C34-CA3B-8150-C653F963250D}"/>
              </a:ext>
            </a:extLst>
          </p:cNvPr>
          <p:cNvSpPr>
            <a:spLocks noGrp="1"/>
          </p:cNvSpPr>
          <p:nvPr>
            <p:ph sz="quarter" idx="11"/>
          </p:nvPr>
        </p:nvSpPr>
        <p:spPr>
          <a:xfrm>
            <a:off x="325755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6">
            <a:extLst>
              <a:ext uri="{FF2B5EF4-FFF2-40B4-BE49-F238E27FC236}">
                <a16:creationId xmlns:a16="http://schemas.microsoft.com/office/drawing/2014/main" id="{32934F70-692D-5369-94C8-0030A3CD43FB}"/>
              </a:ext>
            </a:extLst>
          </p:cNvPr>
          <p:cNvSpPr>
            <a:spLocks noGrp="1"/>
          </p:cNvSpPr>
          <p:nvPr>
            <p:ph sz="quarter" idx="12"/>
          </p:nvPr>
        </p:nvSpPr>
        <p:spPr>
          <a:xfrm>
            <a:off x="6149975"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6">
            <a:extLst>
              <a:ext uri="{FF2B5EF4-FFF2-40B4-BE49-F238E27FC236}">
                <a16:creationId xmlns:a16="http://schemas.microsoft.com/office/drawing/2014/main" id="{75F0D866-D99D-B922-92B9-43D8C80FC33D}"/>
              </a:ext>
            </a:extLst>
          </p:cNvPr>
          <p:cNvSpPr>
            <a:spLocks noGrp="1"/>
          </p:cNvSpPr>
          <p:nvPr>
            <p:ph sz="quarter" idx="13"/>
          </p:nvPr>
        </p:nvSpPr>
        <p:spPr>
          <a:xfrm>
            <a:off x="90424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itle 13">
            <a:extLst>
              <a:ext uri="{FF2B5EF4-FFF2-40B4-BE49-F238E27FC236}">
                <a16:creationId xmlns:a16="http://schemas.microsoft.com/office/drawing/2014/main" id="{28C2AC20-FA64-9BFB-4B6C-CC4DC765CF1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278286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our Content Subtitl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70060" y="370063"/>
            <a:ext cx="11453639" cy="404637"/>
          </a:xfrm>
          <a:prstGeom prst="rect">
            <a:avLst/>
          </a:prstGeom>
        </p:spPr>
        <p:txBody>
          <a:bodyPr vert="horz" lIns="0" tIns="0" rIns="0" bIns="0" rtlCol="0" anchor="t" anchorCtr="0">
            <a:noAutofit/>
          </a:bodyPr>
          <a:lstStyle/>
          <a:p>
            <a:r>
              <a:rPr lang="en-US"/>
              <a:t>Click to edit Master title style</a:t>
            </a:r>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Text Placeholder 6">
            <a:extLst>
              <a:ext uri="{FF2B5EF4-FFF2-40B4-BE49-F238E27FC236}">
                <a16:creationId xmlns:a16="http://schemas.microsoft.com/office/drawing/2014/main" id="{5AAE7EEF-B347-4D56-A6AE-448368A5BED2}"/>
              </a:ext>
            </a:extLst>
          </p:cNvPr>
          <p:cNvSpPr>
            <a:spLocks noGrp="1"/>
          </p:cNvSpPr>
          <p:nvPr>
            <p:ph type="body" sz="quarter" idx="13"/>
          </p:nvPr>
        </p:nvSpPr>
        <p:spPr>
          <a:xfrm>
            <a:off x="369364" y="886968"/>
            <a:ext cx="11453639" cy="519557"/>
          </a:xfrm>
        </p:spPr>
        <p:txBody>
          <a:bodyPr/>
          <a:lstStyle>
            <a:lvl1pPr>
              <a:defRPr sz="1800"/>
            </a:lvl1pPr>
          </a:lstStyle>
          <a:p>
            <a:pPr lvl="0"/>
            <a:r>
              <a:rPr lang="en-US"/>
              <a:t>Click to edit Master text styles</a:t>
            </a:r>
          </a:p>
        </p:txBody>
      </p:sp>
      <p:sp>
        <p:nvSpPr>
          <p:cNvPr id="4" name="Content Placeholder 6">
            <a:extLst>
              <a:ext uri="{FF2B5EF4-FFF2-40B4-BE49-F238E27FC236}">
                <a16:creationId xmlns:a16="http://schemas.microsoft.com/office/drawing/2014/main" id="{35EB01E0-E6A4-D360-2FD4-9B71B2DE0DCB}"/>
              </a:ext>
            </a:extLst>
          </p:cNvPr>
          <p:cNvSpPr>
            <a:spLocks noGrp="1"/>
          </p:cNvSpPr>
          <p:nvPr>
            <p:ph sz="quarter" idx="10"/>
          </p:nvPr>
        </p:nvSpPr>
        <p:spPr>
          <a:xfrm>
            <a:off x="3683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6">
            <a:extLst>
              <a:ext uri="{FF2B5EF4-FFF2-40B4-BE49-F238E27FC236}">
                <a16:creationId xmlns:a16="http://schemas.microsoft.com/office/drawing/2014/main" id="{4626FCF7-D9DB-AA92-E09A-63795E0A9BF7}"/>
              </a:ext>
            </a:extLst>
          </p:cNvPr>
          <p:cNvSpPr>
            <a:spLocks noGrp="1"/>
          </p:cNvSpPr>
          <p:nvPr>
            <p:ph sz="quarter" idx="11"/>
          </p:nvPr>
        </p:nvSpPr>
        <p:spPr>
          <a:xfrm>
            <a:off x="325755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6">
            <a:extLst>
              <a:ext uri="{FF2B5EF4-FFF2-40B4-BE49-F238E27FC236}">
                <a16:creationId xmlns:a16="http://schemas.microsoft.com/office/drawing/2014/main" id="{3EAED7B3-1E01-DB3C-A9C0-C02BF6D0CA41}"/>
              </a:ext>
            </a:extLst>
          </p:cNvPr>
          <p:cNvSpPr>
            <a:spLocks noGrp="1"/>
          </p:cNvSpPr>
          <p:nvPr>
            <p:ph sz="quarter" idx="12"/>
          </p:nvPr>
        </p:nvSpPr>
        <p:spPr>
          <a:xfrm>
            <a:off x="6149975"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6">
            <a:extLst>
              <a:ext uri="{FF2B5EF4-FFF2-40B4-BE49-F238E27FC236}">
                <a16:creationId xmlns:a16="http://schemas.microsoft.com/office/drawing/2014/main" id="{1DF4DD5F-AF74-EA4E-244D-3B8BF6C634D7}"/>
              </a:ext>
            </a:extLst>
          </p:cNvPr>
          <p:cNvSpPr>
            <a:spLocks noGrp="1"/>
          </p:cNvSpPr>
          <p:nvPr>
            <p:ph sz="quarter" idx="14"/>
          </p:nvPr>
        </p:nvSpPr>
        <p:spPr>
          <a:xfrm>
            <a:off x="90424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147090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ntent Infographics">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DAB432F-854F-42B3-F530-13E74D7AAA8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3B9F6906-FD55-4ECF-BC68-21EDA9D4716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357B41B5-877C-16C0-86C3-0049A6AEFDB5}"/>
              </a:ext>
            </a:extLst>
          </p:cNvPr>
          <p:cNvSpPr>
            <a:spLocks noGrp="1"/>
          </p:cNvSpPr>
          <p:nvPr>
            <p:ph sz="quarter" idx="10"/>
          </p:nvPr>
        </p:nvSpPr>
        <p:spPr>
          <a:xfrm>
            <a:off x="368300" y="3482975"/>
            <a:ext cx="34448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4">
            <a:extLst>
              <a:ext uri="{FF2B5EF4-FFF2-40B4-BE49-F238E27FC236}">
                <a16:creationId xmlns:a16="http://schemas.microsoft.com/office/drawing/2014/main" id="{AF5BE851-36FB-AE1C-238B-97C05E05B1AD}"/>
              </a:ext>
            </a:extLst>
          </p:cNvPr>
          <p:cNvSpPr>
            <a:spLocks noGrp="1"/>
          </p:cNvSpPr>
          <p:nvPr>
            <p:ph sz="quarter" idx="11"/>
          </p:nvPr>
        </p:nvSpPr>
        <p:spPr>
          <a:xfrm>
            <a:off x="4239222" y="3482975"/>
            <a:ext cx="34448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4">
            <a:extLst>
              <a:ext uri="{FF2B5EF4-FFF2-40B4-BE49-F238E27FC236}">
                <a16:creationId xmlns:a16="http://schemas.microsoft.com/office/drawing/2014/main" id="{C3EBFD86-34DE-5EF4-510C-8C6F417E6456}"/>
              </a:ext>
            </a:extLst>
          </p:cNvPr>
          <p:cNvSpPr>
            <a:spLocks noGrp="1"/>
          </p:cNvSpPr>
          <p:nvPr>
            <p:ph sz="quarter" idx="12"/>
          </p:nvPr>
        </p:nvSpPr>
        <p:spPr>
          <a:xfrm>
            <a:off x="8077870" y="3482975"/>
            <a:ext cx="34448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8">
            <a:extLst>
              <a:ext uri="{FF2B5EF4-FFF2-40B4-BE49-F238E27FC236}">
                <a16:creationId xmlns:a16="http://schemas.microsoft.com/office/drawing/2014/main" id="{87ADAD20-05B4-05C7-E934-6F9C1436EB7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5983146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Content Infographics">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15B11690-3DC6-7B4C-5196-E388A511468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408A6C4D-3F5E-1CC8-64FD-F01177BD1E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DF7CA4CE-E47A-514D-5828-6AA4EAEAA5D3}"/>
              </a:ext>
            </a:extLst>
          </p:cNvPr>
          <p:cNvSpPr>
            <a:spLocks noGrp="1"/>
          </p:cNvSpPr>
          <p:nvPr>
            <p:ph sz="quarter" idx="10"/>
          </p:nvPr>
        </p:nvSpPr>
        <p:spPr>
          <a:xfrm>
            <a:off x="368300"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6">
            <a:extLst>
              <a:ext uri="{FF2B5EF4-FFF2-40B4-BE49-F238E27FC236}">
                <a16:creationId xmlns:a16="http://schemas.microsoft.com/office/drawing/2014/main" id="{BE81782A-2131-81EC-B274-273228A022F2}"/>
              </a:ext>
            </a:extLst>
          </p:cNvPr>
          <p:cNvSpPr>
            <a:spLocks noGrp="1"/>
          </p:cNvSpPr>
          <p:nvPr>
            <p:ph sz="quarter" idx="11"/>
          </p:nvPr>
        </p:nvSpPr>
        <p:spPr>
          <a:xfrm>
            <a:off x="3257550"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6">
            <a:extLst>
              <a:ext uri="{FF2B5EF4-FFF2-40B4-BE49-F238E27FC236}">
                <a16:creationId xmlns:a16="http://schemas.microsoft.com/office/drawing/2014/main" id="{1C7B2FA3-BB01-C042-C3E2-CE1E30B4DC87}"/>
              </a:ext>
            </a:extLst>
          </p:cNvPr>
          <p:cNvSpPr>
            <a:spLocks noGrp="1"/>
          </p:cNvSpPr>
          <p:nvPr>
            <p:ph sz="quarter" idx="12"/>
          </p:nvPr>
        </p:nvSpPr>
        <p:spPr>
          <a:xfrm>
            <a:off x="6149975"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6">
            <a:extLst>
              <a:ext uri="{FF2B5EF4-FFF2-40B4-BE49-F238E27FC236}">
                <a16:creationId xmlns:a16="http://schemas.microsoft.com/office/drawing/2014/main" id="{5817751D-AEF1-E60E-A99F-8E78DF21FF5F}"/>
              </a:ext>
            </a:extLst>
          </p:cNvPr>
          <p:cNvSpPr>
            <a:spLocks noGrp="1"/>
          </p:cNvSpPr>
          <p:nvPr>
            <p:ph sz="quarter" idx="13"/>
          </p:nvPr>
        </p:nvSpPr>
        <p:spPr>
          <a:xfrm>
            <a:off x="9042400"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itle 13">
            <a:extLst>
              <a:ext uri="{FF2B5EF4-FFF2-40B4-BE49-F238E27FC236}">
                <a16:creationId xmlns:a16="http://schemas.microsoft.com/office/drawing/2014/main" id="{AC495E7E-4FB5-532A-2A69-899751FD4B0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43578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 Intro Four Content Four Infographic Boxe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4C48D2-B18D-75C7-0C7E-1D9DB139609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9EBCD51-8DA2-A863-38B9-4D39E92CBC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EDE25965-5FF0-06E1-006B-1D9AEC33DC63}"/>
              </a:ext>
            </a:extLst>
          </p:cNvPr>
          <p:cNvSpPr>
            <a:spLocks noGrp="1"/>
          </p:cNvSpPr>
          <p:nvPr>
            <p:ph sz="quarter" idx="17"/>
          </p:nvPr>
        </p:nvSpPr>
        <p:spPr>
          <a:xfrm>
            <a:off x="368300" y="1406525"/>
            <a:ext cx="4711700" cy="1447800"/>
          </a:xfrm>
        </p:spPr>
        <p:txBody>
          <a:bodyPr/>
          <a:lstStyle>
            <a:lvl1pPr>
              <a:defRPr sz="1600"/>
            </a:lvl1pPr>
          </a:lstStyle>
          <a:p>
            <a:pPr lvl="0"/>
            <a:r>
              <a:rPr lang="en-US"/>
              <a:t>Click to edit Master text styles</a:t>
            </a:r>
          </a:p>
          <a:p>
            <a:pPr lvl="1"/>
            <a:r>
              <a:rPr lang="en-US"/>
              <a:t>Second level</a:t>
            </a:r>
          </a:p>
          <a:p>
            <a:pPr lvl="2"/>
            <a:r>
              <a:rPr lang="en-US"/>
              <a:t>Third level</a:t>
            </a:r>
          </a:p>
        </p:txBody>
      </p:sp>
      <p:sp>
        <p:nvSpPr>
          <p:cNvPr id="11" name="Content Placeholder 10">
            <a:extLst>
              <a:ext uri="{FF2B5EF4-FFF2-40B4-BE49-F238E27FC236}">
                <a16:creationId xmlns:a16="http://schemas.microsoft.com/office/drawing/2014/main" id="{F248317B-0C78-D1D7-C7AA-97B940FCDFDA}"/>
              </a:ext>
            </a:extLst>
          </p:cNvPr>
          <p:cNvSpPr>
            <a:spLocks noGrp="1"/>
          </p:cNvSpPr>
          <p:nvPr>
            <p:ph sz="quarter" idx="18"/>
          </p:nvPr>
        </p:nvSpPr>
        <p:spPr>
          <a:xfrm>
            <a:off x="368300"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10">
            <a:extLst>
              <a:ext uri="{FF2B5EF4-FFF2-40B4-BE49-F238E27FC236}">
                <a16:creationId xmlns:a16="http://schemas.microsoft.com/office/drawing/2014/main" id="{9E1EEBC7-B3D2-0C33-A1E4-86D938D57B98}"/>
              </a:ext>
            </a:extLst>
          </p:cNvPr>
          <p:cNvSpPr>
            <a:spLocks noGrp="1"/>
          </p:cNvSpPr>
          <p:nvPr>
            <p:ph sz="quarter" idx="19"/>
          </p:nvPr>
        </p:nvSpPr>
        <p:spPr>
          <a:xfrm>
            <a:off x="3257550"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10">
            <a:extLst>
              <a:ext uri="{FF2B5EF4-FFF2-40B4-BE49-F238E27FC236}">
                <a16:creationId xmlns:a16="http://schemas.microsoft.com/office/drawing/2014/main" id="{DE61D85C-E065-C899-A314-61A974789950}"/>
              </a:ext>
            </a:extLst>
          </p:cNvPr>
          <p:cNvSpPr>
            <a:spLocks noGrp="1"/>
          </p:cNvSpPr>
          <p:nvPr>
            <p:ph sz="quarter" idx="20"/>
          </p:nvPr>
        </p:nvSpPr>
        <p:spPr>
          <a:xfrm>
            <a:off x="6149975"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10">
            <a:extLst>
              <a:ext uri="{FF2B5EF4-FFF2-40B4-BE49-F238E27FC236}">
                <a16:creationId xmlns:a16="http://schemas.microsoft.com/office/drawing/2014/main" id="{2AC1B240-8DE4-93F4-7F67-7A0D12BFCB2D}"/>
              </a:ext>
            </a:extLst>
          </p:cNvPr>
          <p:cNvSpPr>
            <a:spLocks noGrp="1"/>
          </p:cNvSpPr>
          <p:nvPr>
            <p:ph sz="quarter" idx="21"/>
          </p:nvPr>
        </p:nvSpPr>
        <p:spPr>
          <a:xfrm>
            <a:off x="9039225"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itle 16">
            <a:extLst>
              <a:ext uri="{FF2B5EF4-FFF2-40B4-BE49-F238E27FC236}">
                <a16:creationId xmlns:a16="http://schemas.microsoft.com/office/drawing/2014/main" id="{26AF7A0A-28F9-E71C-DA0E-449F854A8D7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356772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Four Images">
    <p:spTree>
      <p:nvGrpSpPr>
        <p:cNvPr id="1" name=""/>
        <p:cNvGrpSpPr/>
        <p:nvPr/>
      </p:nvGrpSpPr>
      <p:grpSpPr>
        <a:xfrm>
          <a:off x="0" y="0"/>
          <a:ext cx="0" cy="0"/>
          <a:chOff x="0" y="0"/>
          <a:chExt cx="0" cy="0"/>
        </a:xfrm>
      </p:grpSpPr>
      <p:sp>
        <p:nvSpPr>
          <p:cNvPr id="11" name="Picture Placeholder 14">
            <a:extLst>
              <a:ext uri="{FF2B5EF4-FFF2-40B4-BE49-F238E27FC236}">
                <a16:creationId xmlns:a16="http://schemas.microsoft.com/office/drawing/2014/main" id="{5F5E5E69-4FFF-DFC2-659C-7E55787A02F4}"/>
              </a:ext>
              <a:ext uri="{C183D7F6-B498-43B3-948B-1728B52AA6E4}">
                <adec:decorative xmlns:adec="http://schemas.microsoft.com/office/drawing/2017/decorative" val="1"/>
              </a:ext>
            </a:extLst>
          </p:cNvPr>
          <p:cNvSpPr>
            <a:spLocks noGrp="1"/>
          </p:cNvSpPr>
          <p:nvPr>
            <p:ph type="pic" sz="quarter" idx="13"/>
          </p:nvPr>
        </p:nvSpPr>
        <p:spPr>
          <a:xfrm>
            <a:off x="370062" y="1407234"/>
            <a:ext cx="2647951" cy="2455863"/>
          </a:xfrm>
          <a:solidFill>
            <a:schemeClr val="bg2"/>
          </a:solidFill>
        </p:spPr>
        <p:txBody>
          <a:bodyPr tIns="731520"/>
          <a:lstStyle>
            <a:lvl1pPr algn="ctr">
              <a:defRPr/>
            </a:lvl1pPr>
          </a:lstStyle>
          <a:p>
            <a:r>
              <a:rPr lang="en-US"/>
              <a:t>Click icon to add picture</a:t>
            </a:r>
          </a:p>
        </p:txBody>
      </p:sp>
      <p:sp>
        <p:nvSpPr>
          <p:cNvPr id="12" name="Picture Placeholder 14">
            <a:extLst>
              <a:ext uri="{FF2B5EF4-FFF2-40B4-BE49-F238E27FC236}">
                <a16:creationId xmlns:a16="http://schemas.microsoft.com/office/drawing/2014/main" id="{FEE2C3B1-D32B-2DC8-8154-D81D141486BF}"/>
              </a:ext>
              <a:ext uri="{C183D7F6-B498-43B3-948B-1728B52AA6E4}">
                <adec:decorative xmlns:adec="http://schemas.microsoft.com/office/drawing/2017/decorative" val="1"/>
              </a:ext>
            </a:extLst>
          </p:cNvPr>
          <p:cNvSpPr>
            <a:spLocks noGrp="1"/>
          </p:cNvSpPr>
          <p:nvPr>
            <p:ph type="pic" sz="quarter" idx="14"/>
          </p:nvPr>
        </p:nvSpPr>
        <p:spPr>
          <a:xfrm>
            <a:off x="3262926" y="1407234"/>
            <a:ext cx="2647951" cy="2455863"/>
          </a:xfrm>
          <a:solidFill>
            <a:schemeClr val="bg2"/>
          </a:solidFill>
        </p:spPr>
        <p:txBody>
          <a:bodyPr tIns="731520"/>
          <a:lstStyle>
            <a:lvl1pPr algn="ctr">
              <a:defRPr/>
            </a:lvl1pPr>
          </a:lstStyle>
          <a:p>
            <a:r>
              <a:rPr lang="en-US"/>
              <a:t>Click icon to add picture</a:t>
            </a:r>
          </a:p>
        </p:txBody>
      </p:sp>
      <p:sp>
        <p:nvSpPr>
          <p:cNvPr id="13" name="Picture Placeholder 14">
            <a:extLst>
              <a:ext uri="{FF2B5EF4-FFF2-40B4-BE49-F238E27FC236}">
                <a16:creationId xmlns:a16="http://schemas.microsoft.com/office/drawing/2014/main" id="{E4143737-9FAE-4BEB-0906-D059D53A4E5C}"/>
              </a:ext>
              <a:ext uri="{C183D7F6-B498-43B3-948B-1728B52AA6E4}">
                <adec:decorative xmlns:adec="http://schemas.microsoft.com/office/drawing/2017/decorative" val="1"/>
              </a:ext>
            </a:extLst>
          </p:cNvPr>
          <p:cNvSpPr>
            <a:spLocks noGrp="1"/>
          </p:cNvSpPr>
          <p:nvPr>
            <p:ph type="pic" sz="quarter" idx="15"/>
          </p:nvPr>
        </p:nvSpPr>
        <p:spPr>
          <a:xfrm>
            <a:off x="6155753" y="1407234"/>
            <a:ext cx="2647951" cy="2455863"/>
          </a:xfrm>
          <a:solidFill>
            <a:schemeClr val="bg2"/>
          </a:solidFill>
        </p:spPr>
        <p:txBody>
          <a:bodyPr tIns="731520"/>
          <a:lstStyle>
            <a:lvl1pPr algn="ctr">
              <a:defRPr/>
            </a:lvl1pPr>
          </a:lstStyle>
          <a:p>
            <a:r>
              <a:rPr lang="en-US"/>
              <a:t>Click icon to add picture</a:t>
            </a:r>
          </a:p>
        </p:txBody>
      </p:sp>
      <p:sp>
        <p:nvSpPr>
          <p:cNvPr id="14" name="Picture Placeholder 14">
            <a:extLst>
              <a:ext uri="{FF2B5EF4-FFF2-40B4-BE49-F238E27FC236}">
                <a16:creationId xmlns:a16="http://schemas.microsoft.com/office/drawing/2014/main" id="{5FAA5E52-06C6-50C6-842F-09B2897EBA20}"/>
              </a:ext>
              <a:ext uri="{C183D7F6-B498-43B3-948B-1728B52AA6E4}">
                <adec:decorative xmlns:adec="http://schemas.microsoft.com/office/drawing/2017/decorative" val="1"/>
              </a:ext>
            </a:extLst>
          </p:cNvPr>
          <p:cNvSpPr>
            <a:spLocks noGrp="1"/>
          </p:cNvSpPr>
          <p:nvPr>
            <p:ph type="pic" sz="quarter" idx="16"/>
          </p:nvPr>
        </p:nvSpPr>
        <p:spPr>
          <a:xfrm>
            <a:off x="9047972" y="1407234"/>
            <a:ext cx="2647951" cy="2455863"/>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9C3E4A20-48E1-6B96-207C-2A01DD8E971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404392E8-8FC9-D8AC-538E-69F5A15C16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9">
            <a:extLst>
              <a:ext uri="{FF2B5EF4-FFF2-40B4-BE49-F238E27FC236}">
                <a16:creationId xmlns:a16="http://schemas.microsoft.com/office/drawing/2014/main" id="{E1769020-22C9-8DED-D532-40F11F2D33CA}"/>
              </a:ext>
            </a:extLst>
          </p:cNvPr>
          <p:cNvSpPr>
            <a:spLocks noGrp="1"/>
          </p:cNvSpPr>
          <p:nvPr>
            <p:ph sz="quarter" idx="17"/>
          </p:nvPr>
        </p:nvSpPr>
        <p:spPr>
          <a:xfrm>
            <a:off x="368300" y="4000500"/>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9">
            <a:extLst>
              <a:ext uri="{FF2B5EF4-FFF2-40B4-BE49-F238E27FC236}">
                <a16:creationId xmlns:a16="http://schemas.microsoft.com/office/drawing/2014/main" id="{BE4E3AAB-764D-686D-74DE-DD6CA1560316}"/>
              </a:ext>
            </a:extLst>
          </p:cNvPr>
          <p:cNvSpPr>
            <a:spLocks noGrp="1"/>
          </p:cNvSpPr>
          <p:nvPr>
            <p:ph sz="quarter" idx="18"/>
          </p:nvPr>
        </p:nvSpPr>
        <p:spPr>
          <a:xfrm>
            <a:off x="3262926" y="3998912"/>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9">
            <a:extLst>
              <a:ext uri="{FF2B5EF4-FFF2-40B4-BE49-F238E27FC236}">
                <a16:creationId xmlns:a16="http://schemas.microsoft.com/office/drawing/2014/main" id="{2BEB6BEE-26A1-CA65-94AF-66C85CEB8FB8}"/>
              </a:ext>
            </a:extLst>
          </p:cNvPr>
          <p:cNvSpPr>
            <a:spLocks noGrp="1"/>
          </p:cNvSpPr>
          <p:nvPr>
            <p:ph sz="quarter" idx="19"/>
          </p:nvPr>
        </p:nvSpPr>
        <p:spPr>
          <a:xfrm>
            <a:off x="6149975" y="3998912"/>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9">
            <a:extLst>
              <a:ext uri="{FF2B5EF4-FFF2-40B4-BE49-F238E27FC236}">
                <a16:creationId xmlns:a16="http://schemas.microsoft.com/office/drawing/2014/main" id="{E50EC622-9E3E-7826-5B6E-3F05131728C6}"/>
              </a:ext>
            </a:extLst>
          </p:cNvPr>
          <p:cNvSpPr>
            <a:spLocks noGrp="1"/>
          </p:cNvSpPr>
          <p:nvPr>
            <p:ph sz="quarter" idx="20"/>
          </p:nvPr>
        </p:nvSpPr>
        <p:spPr>
          <a:xfrm>
            <a:off x="9047972" y="3998912"/>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itle 18">
            <a:extLst>
              <a:ext uri="{FF2B5EF4-FFF2-40B4-BE49-F238E27FC236}">
                <a16:creationId xmlns:a16="http://schemas.microsoft.com/office/drawing/2014/main" id="{87CC549C-7C7A-4C05-D6A7-8187C41504D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7986954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Content One Image">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54054" y="1407234"/>
            <a:ext cx="5669646" cy="2482141"/>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15361E65-8489-022E-9A46-0B36035A11B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6F60ED92-61BC-58F9-6255-C99E6BFB73B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6" name="Content Placeholder 5">
            <a:extLst>
              <a:ext uri="{FF2B5EF4-FFF2-40B4-BE49-F238E27FC236}">
                <a16:creationId xmlns:a16="http://schemas.microsoft.com/office/drawing/2014/main" id="{4903BE73-FFB9-9122-4626-1B97EB913FE8}"/>
              </a:ext>
            </a:extLst>
          </p:cNvPr>
          <p:cNvSpPr>
            <a:spLocks noGrp="1"/>
          </p:cNvSpPr>
          <p:nvPr>
            <p:ph sz="quarter" idx="16"/>
          </p:nvPr>
        </p:nvSpPr>
        <p:spPr>
          <a:xfrm>
            <a:off x="369888" y="1406525"/>
            <a:ext cx="2782887" cy="4565650"/>
          </a:xfrm>
        </p:spPr>
        <p:txBody>
          <a:bodyPr/>
          <a:lstStyle>
            <a:lvl1pPr>
              <a:defRPr sz="2400"/>
            </a:lvl1pPr>
          </a:lstStyle>
          <a:p>
            <a:pPr lvl="0"/>
            <a:r>
              <a:rPr lang="en-US"/>
              <a:t>Click to edit Master text styles</a:t>
            </a:r>
          </a:p>
        </p:txBody>
      </p:sp>
      <p:sp>
        <p:nvSpPr>
          <p:cNvPr id="11" name="Content Placeholder 10">
            <a:extLst>
              <a:ext uri="{FF2B5EF4-FFF2-40B4-BE49-F238E27FC236}">
                <a16:creationId xmlns:a16="http://schemas.microsoft.com/office/drawing/2014/main" id="{42EA7D05-D7C0-FDE4-0EBC-5FC8729460EF}"/>
              </a:ext>
            </a:extLst>
          </p:cNvPr>
          <p:cNvSpPr>
            <a:spLocks noGrp="1"/>
          </p:cNvSpPr>
          <p:nvPr>
            <p:ph sz="quarter" idx="17"/>
          </p:nvPr>
        </p:nvSpPr>
        <p:spPr>
          <a:xfrm>
            <a:off x="3257550" y="1406525"/>
            <a:ext cx="2784475" cy="456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13">
            <a:extLst>
              <a:ext uri="{FF2B5EF4-FFF2-40B4-BE49-F238E27FC236}">
                <a16:creationId xmlns:a16="http://schemas.microsoft.com/office/drawing/2014/main" id="{73B30585-2E0B-0145-792D-87F4CBF909B1}"/>
              </a:ext>
            </a:extLst>
          </p:cNvPr>
          <p:cNvSpPr>
            <a:spLocks noGrp="1"/>
          </p:cNvSpPr>
          <p:nvPr>
            <p:ph sz="quarter" idx="18"/>
          </p:nvPr>
        </p:nvSpPr>
        <p:spPr>
          <a:xfrm>
            <a:off x="6149975" y="4000500"/>
            <a:ext cx="2781300" cy="197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3">
            <a:extLst>
              <a:ext uri="{FF2B5EF4-FFF2-40B4-BE49-F238E27FC236}">
                <a16:creationId xmlns:a16="http://schemas.microsoft.com/office/drawing/2014/main" id="{CF1ADCBF-761E-4BC8-95AF-5ED8A304B911}"/>
              </a:ext>
            </a:extLst>
          </p:cNvPr>
          <p:cNvSpPr>
            <a:spLocks noGrp="1"/>
          </p:cNvSpPr>
          <p:nvPr>
            <p:ph sz="quarter" idx="19"/>
          </p:nvPr>
        </p:nvSpPr>
        <p:spPr>
          <a:xfrm>
            <a:off x="9042400" y="4000500"/>
            <a:ext cx="2781300" cy="197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itle 17">
            <a:extLst>
              <a:ext uri="{FF2B5EF4-FFF2-40B4-BE49-F238E27FC236}">
                <a16:creationId xmlns:a16="http://schemas.microsoft.com/office/drawing/2014/main" id="{FD1333CB-59A1-E4BE-4739-1CA1A660FB0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8966264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9">
            <a:extLst>
              <a:ext uri="{FF2B5EF4-FFF2-40B4-BE49-F238E27FC236}">
                <a16:creationId xmlns:a16="http://schemas.microsoft.com/office/drawing/2014/main" id="{B1E147C2-A10D-59C4-CC48-6D69F1DA6177}"/>
              </a:ext>
            </a:extLst>
          </p:cNvPr>
          <p:cNvSpPr>
            <a:spLocks noGrp="1"/>
          </p:cNvSpPr>
          <p:nvPr>
            <p:ph sz="quarter" idx="10"/>
          </p:nvPr>
        </p:nvSpPr>
        <p:spPr>
          <a:xfrm>
            <a:off x="3683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9">
            <a:extLst>
              <a:ext uri="{FF2B5EF4-FFF2-40B4-BE49-F238E27FC236}">
                <a16:creationId xmlns:a16="http://schemas.microsoft.com/office/drawing/2014/main" id="{A86AE55E-C7BC-EC71-C728-F72A80B86C83}"/>
              </a:ext>
            </a:extLst>
          </p:cNvPr>
          <p:cNvSpPr>
            <a:spLocks noGrp="1"/>
          </p:cNvSpPr>
          <p:nvPr>
            <p:ph sz="quarter" idx="11"/>
          </p:nvPr>
        </p:nvSpPr>
        <p:spPr>
          <a:xfrm>
            <a:off x="22955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9">
            <a:extLst>
              <a:ext uri="{FF2B5EF4-FFF2-40B4-BE49-F238E27FC236}">
                <a16:creationId xmlns:a16="http://schemas.microsoft.com/office/drawing/2014/main" id="{F55CDC6F-9090-45B3-C7DF-1D1A5E390D2C}"/>
              </a:ext>
            </a:extLst>
          </p:cNvPr>
          <p:cNvSpPr>
            <a:spLocks noGrp="1"/>
          </p:cNvSpPr>
          <p:nvPr>
            <p:ph sz="quarter" idx="12"/>
          </p:nvPr>
        </p:nvSpPr>
        <p:spPr>
          <a:xfrm>
            <a:off x="421957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9">
            <a:extLst>
              <a:ext uri="{FF2B5EF4-FFF2-40B4-BE49-F238E27FC236}">
                <a16:creationId xmlns:a16="http://schemas.microsoft.com/office/drawing/2014/main" id="{CB40FF7B-D30A-160F-9C8B-1003AE57EE92}"/>
              </a:ext>
            </a:extLst>
          </p:cNvPr>
          <p:cNvSpPr>
            <a:spLocks noGrp="1"/>
          </p:cNvSpPr>
          <p:nvPr>
            <p:ph sz="quarter" idx="13"/>
          </p:nvPr>
        </p:nvSpPr>
        <p:spPr>
          <a:xfrm>
            <a:off x="61468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9">
            <a:extLst>
              <a:ext uri="{FF2B5EF4-FFF2-40B4-BE49-F238E27FC236}">
                <a16:creationId xmlns:a16="http://schemas.microsoft.com/office/drawing/2014/main" id="{97083C73-43EE-6C29-DF37-8BDBD145922F}"/>
              </a:ext>
            </a:extLst>
          </p:cNvPr>
          <p:cNvSpPr>
            <a:spLocks noGrp="1"/>
          </p:cNvSpPr>
          <p:nvPr>
            <p:ph sz="quarter" idx="14"/>
          </p:nvPr>
        </p:nvSpPr>
        <p:spPr>
          <a:xfrm>
            <a:off x="80772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9">
            <a:extLst>
              <a:ext uri="{FF2B5EF4-FFF2-40B4-BE49-F238E27FC236}">
                <a16:creationId xmlns:a16="http://schemas.microsoft.com/office/drawing/2014/main" id="{FAAF6896-CE8D-11B6-CDB6-B5581B467D87}"/>
              </a:ext>
            </a:extLst>
          </p:cNvPr>
          <p:cNvSpPr>
            <a:spLocks noGrp="1"/>
          </p:cNvSpPr>
          <p:nvPr>
            <p:ph sz="quarter" idx="15"/>
          </p:nvPr>
        </p:nvSpPr>
        <p:spPr>
          <a:xfrm>
            <a:off x="100044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itle 18">
            <a:extLst>
              <a:ext uri="{FF2B5EF4-FFF2-40B4-BE49-F238E27FC236}">
                <a16:creationId xmlns:a16="http://schemas.microsoft.com/office/drawing/2014/main" id="{EE952CC9-7B70-01FB-582B-30F68D4C37F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9423894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x Content Subtitle">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ext Placeholder 3">
            <a:extLst>
              <a:ext uri="{FF2B5EF4-FFF2-40B4-BE49-F238E27FC236}">
                <a16:creationId xmlns:a16="http://schemas.microsoft.com/office/drawing/2014/main" id="{1C018B1A-B52B-AC9A-63B1-F00217B38E41}"/>
              </a:ext>
            </a:extLst>
          </p:cNvPr>
          <p:cNvSpPr>
            <a:spLocks noGrp="1"/>
          </p:cNvSpPr>
          <p:nvPr>
            <p:ph type="body" sz="quarter" idx="15"/>
          </p:nvPr>
        </p:nvSpPr>
        <p:spPr>
          <a:xfrm>
            <a:off x="369364" y="886968"/>
            <a:ext cx="11453639" cy="519557"/>
          </a:xfrm>
        </p:spPr>
        <p:txBody>
          <a:bodyPr/>
          <a:lstStyle>
            <a:lvl1pPr>
              <a:defRPr sz="1800"/>
            </a:lvl1pPr>
          </a:lstStyle>
          <a:p>
            <a:pPr lvl="0"/>
            <a:r>
              <a:rPr lang="en-US"/>
              <a:t>Click to edit Master text styles</a:t>
            </a:r>
          </a:p>
        </p:txBody>
      </p:sp>
      <p:sp>
        <p:nvSpPr>
          <p:cNvPr id="2" name="Title Placeholder 1">
            <a:extLst>
              <a:ext uri="{FF2B5EF4-FFF2-40B4-BE49-F238E27FC236}">
                <a16:creationId xmlns:a16="http://schemas.microsoft.com/office/drawing/2014/main" id="{F7150835-224A-C855-A540-11B95474A75B}"/>
              </a:ext>
            </a:extLst>
          </p:cNvPr>
          <p:cNvSpPr>
            <a:spLocks noGrp="1"/>
          </p:cNvSpPr>
          <p:nvPr>
            <p:ph type="title"/>
          </p:nvPr>
        </p:nvSpPr>
        <p:spPr>
          <a:xfrm>
            <a:off x="370061" y="370063"/>
            <a:ext cx="11453639" cy="404637"/>
          </a:xfrm>
          <a:prstGeom prst="rect">
            <a:avLst/>
          </a:prstGeom>
        </p:spPr>
        <p:txBody>
          <a:bodyPr vert="horz" lIns="0" tIns="0" rIns="0" bIns="0" rtlCol="0" anchor="t" anchorCtr="0">
            <a:noAutofit/>
          </a:bodyPr>
          <a:lstStyle/>
          <a:p>
            <a:r>
              <a:rPr lang="en-US"/>
              <a:t>Click to edit Master title style</a:t>
            </a:r>
          </a:p>
        </p:txBody>
      </p:sp>
      <p:sp>
        <p:nvSpPr>
          <p:cNvPr id="10" name="Content Placeholder 9">
            <a:extLst>
              <a:ext uri="{FF2B5EF4-FFF2-40B4-BE49-F238E27FC236}">
                <a16:creationId xmlns:a16="http://schemas.microsoft.com/office/drawing/2014/main" id="{83A6C828-337E-DF3F-E796-CD513517E4D6}"/>
              </a:ext>
            </a:extLst>
          </p:cNvPr>
          <p:cNvSpPr>
            <a:spLocks noGrp="1"/>
          </p:cNvSpPr>
          <p:nvPr>
            <p:ph sz="quarter" idx="10"/>
          </p:nvPr>
        </p:nvSpPr>
        <p:spPr>
          <a:xfrm>
            <a:off x="3683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9">
            <a:extLst>
              <a:ext uri="{FF2B5EF4-FFF2-40B4-BE49-F238E27FC236}">
                <a16:creationId xmlns:a16="http://schemas.microsoft.com/office/drawing/2014/main" id="{5039018F-04C9-76F6-FBBC-358D2F0A1005}"/>
              </a:ext>
            </a:extLst>
          </p:cNvPr>
          <p:cNvSpPr>
            <a:spLocks noGrp="1"/>
          </p:cNvSpPr>
          <p:nvPr>
            <p:ph sz="quarter" idx="11"/>
          </p:nvPr>
        </p:nvSpPr>
        <p:spPr>
          <a:xfrm>
            <a:off x="22955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9">
            <a:extLst>
              <a:ext uri="{FF2B5EF4-FFF2-40B4-BE49-F238E27FC236}">
                <a16:creationId xmlns:a16="http://schemas.microsoft.com/office/drawing/2014/main" id="{F0641CF8-17DD-D58B-57D0-930294460401}"/>
              </a:ext>
            </a:extLst>
          </p:cNvPr>
          <p:cNvSpPr>
            <a:spLocks noGrp="1"/>
          </p:cNvSpPr>
          <p:nvPr>
            <p:ph sz="quarter" idx="12"/>
          </p:nvPr>
        </p:nvSpPr>
        <p:spPr>
          <a:xfrm>
            <a:off x="421957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9">
            <a:extLst>
              <a:ext uri="{FF2B5EF4-FFF2-40B4-BE49-F238E27FC236}">
                <a16:creationId xmlns:a16="http://schemas.microsoft.com/office/drawing/2014/main" id="{F8C87661-3C9C-724E-425D-6BFB684FAA53}"/>
              </a:ext>
            </a:extLst>
          </p:cNvPr>
          <p:cNvSpPr>
            <a:spLocks noGrp="1"/>
          </p:cNvSpPr>
          <p:nvPr>
            <p:ph sz="quarter" idx="13"/>
          </p:nvPr>
        </p:nvSpPr>
        <p:spPr>
          <a:xfrm>
            <a:off x="61468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9">
            <a:extLst>
              <a:ext uri="{FF2B5EF4-FFF2-40B4-BE49-F238E27FC236}">
                <a16:creationId xmlns:a16="http://schemas.microsoft.com/office/drawing/2014/main" id="{C1CA5D93-F653-F2C0-8751-8A90F765D494}"/>
              </a:ext>
            </a:extLst>
          </p:cNvPr>
          <p:cNvSpPr>
            <a:spLocks noGrp="1"/>
          </p:cNvSpPr>
          <p:nvPr>
            <p:ph sz="quarter" idx="14"/>
          </p:nvPr>
        </p:nvSpPr>
        <p:spPr>
          <a:xfrm>
            <a:off x="80772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9">
            <a:extLst>
              <a:ext uri="{FF2B5EF4-FFF2-40B4-BE49-F238E27FC236}">
                <a16:creationId xmlns:a16="http://schemas.microsoft.com/office/drawing/2014/main" id="{59DA2641-90BA-C589-4AC5-93DB0472E745}"/>
              </a:ext>
            </a:extLst>
          </p:cNvPr>
          <p:cNvSpPr>
            <a:spLocks noGrp="1"/>
          </p:cNvSpPr>
          <p:nvPr>
            <p:ph sz="quarter" idx="16"/>
          </p:nvPr>
        </p:nvSpPr>
        <p:spPr>
          <a:xfrm>
            <a:off x="100044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759731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ix Content Six Numbers">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370062"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294159"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4227490"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6146253"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8075774"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8" name="Text Placeholder 2">
            <a:extLst>
              <a:ext uri="{FF2B5EF4-FFF2-40B4-BE49-F238E27FC236}">
                <a16:creationId xmlns:a16="http://schemas.microsoft.com/office/drawing/2014/main" id="{464E5050-91BD-1F8D-DCE3-AFCCBA5D49FE}"/>
              </a:ext>
            </a:extLst>
          </p:cNvPr>
          <p:cNvSpPr>
            <a:spLocks noGrp="1"/>
          </p:cNvSpPr>
          <p:nvPr>
            <p:ph type="body" idx="20" hasCustomPrompt="1"/>
          </p:nvPr>
        </p:nvSpPr>
        <p:spPr>
          <a:xfrm>
            <a:off x="9999916"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9">
            <a:extLst>
              <a:ext uri="{FF2B5EF4-FFF2-40B4-BE49-F238E27FC236}">
                <a16:creationId xmlns:a16="http://schemas.microsoft.com/office/drawing/2014/main" id="{9822908B-8C98-3E38-BAF1-87309A19DE45}"/>
              </a:ext>
            </a:extLst>
          </p:cNvPr>
          <p:cNvSpPr>
            <a:spLocks noGrp="1"/>
          </p:cNvSpPr>
          <p:nvPr>
            <p:ph sz="quarter" idx="10"/>
          </p:nvPr>
        </p:nvSpPr>
        <p:spPr>
          <a:xfrm>
            <a:off x="368300"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9">
            <a:extLst>
              <a:ext uri="{FF2B5EF4-FFF2-40B4-BE49-F238E27FC236}">
                <a16:creationId xmlns:a16="http://schemas.microsoft.com/office/drawing/2014/main" id="{C0C24A9A-AB7A-C92C-EABC-107D1A3E3099}"/>
              </a:ext>
            </a:extLst>
          </p:cNvPr>
          <p:cNvSpPr>
            <a:spLocks noGrp="1"/>
          </p:cNvSpPr>
          <p:nvPr>
            <p:ph sz="quarter" idx="11"/>
          </p:nvPr>
        </p:nvSpPr>
        <p:spPr>
          <a:xfrm>
            <a:off x="2295525"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9">
            <a:extLst>
              <a:ext uri="{FF2B5EF4-FFF2-40B4-BE49-F238E27FC236}">
                <a16:creationId xmlns:a16="http://schemas.microsoft.com/office/drawing/2014/main" id="{1BE33546-5281-3759-9C24-7C92D3AB81E7}"/>
              </a:ext>
            </a:extLst>
          </p:cNvPr>
          <p:cNvSpPr>
            <a:spLocks noGrp="1"/>
          </p:cNvSpPr>
          <p:nvPr>
            <p:ph sz="quarter" idx="12"/>
          </p:nvPr>
        </p:nvSpPr>
        <p:spPr>
          <a:xfrm>
            <a:off x="4219575"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9">
            <a:extLst>
              <a:ext uri="{FF2B5EF4-FFF2-40B4-BE49-F238E27FC236}">
                <a16:creationId xmlns:a16="http://schemas.microsoft.com/office/drawing/2014/main" id="{CD8F01FB-26C3-D412-CD60-13931D0A16A9}"/>
              </a:ext>
            </a:extLst>
          </p:cNvPr>
          <p:cNvSpPr>
            <a:spLocks noGrp="1"/>
          </p:cNvSpPr>
          <p:nvPr>
            <p:ph sz="quarter" idx="13"/>
          </p:nvPr>
        </p:nvSpPr>
        <p:spPr>
          <a:xfrm>
            <a:off x="6146800"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52D6BCE3-5DC0-F54B-0BF2-1E8CB838F946}"/>
              </a:ext>
            </a:extLst>
          </p:cNvPr>
          <p:cNvSpPr>
            <a:spLocks noGrp="1"/>
          </p:cNvSpPr>
          <p:nvPr>
            <p:ph sz="quarter" idx="14"/>
          </p:nvPr>
        </p:nvSpPr>
        <p:spPr>
          <a:xfrm>
            <a:off x="8077200"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9">
            <a:extLst>
              <a:ext uri="{FF2B5EF4-FFF2-40B4-BE49-F238E27FC236}">
                <a16:creationId xmlns:a16="http://schemas.microsoft.com/office/drawing/2014/main" id="{954D3D35-7293-9CD0-B576-44307004CC31}"/>
              </a:ext>
            </a:extLst>
          </p:cNvPr>
          <p:cNvSpPr>
            <a:spLocks noGrp="1"/>
          </p:cNvSpPr>
          <p:nvPr>
            <p:ph sz="quarter" idx="21"/>
          </p:nvPr>
        </p:nvSpPr>
        <p:spPr>
          <a:xfrm>
            <a:off x="10004425"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itle 16">
            <a:extLst>
              <a:ext uri="{FF2B5EF4-FFF2-40B4-BE49-F238E27FC236}">
                <a16:creationId xmlns:a16="http://schemas.microsoft.com/office/drawing/2014/main" id="{9919F7E4-902E-17BD-9A23-BEC353B5408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1567051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1883" y="-300748"/>
            <a:ext cx="5638005" cy="249299"/>
          </a:xfrm>
        </p:spPr>
        <p:txBody>
          <a:bodyPr wrap="square">
            <a:spAutoFit/>
          </a:bodyPr>
          <a:lstStyle>
            <a:lvl1pPr>
              <a:defRPr sz="1800" b="0"/>
            </a:lvl1pPr>
          </a:lstStyle>
          <a:p>
            <a:r>
              <a:rPr lang="en-US"/>
              <a:t>Title for accessibility</a:t>
            </a:r>
          </a:p>
        </p:txBody>
      </p:sp>
      <p:sp>
        <p:nvSpPr>
          <p:cNvPr id="10" name="TextBox 9">
            <a:extLst>
              <a:ext uri="{FF2B5EF4-FFF2-40B4-BE49-F238E27FC236}">
                <a16:creationId xmlns:a16="http://schemas.microsoft.com/office/drawing/2014/main" id="{83340C10-F5A2-1E40-474D-C57EC62F0F33}"/>
              </a:ext>
              <a:ext uri="{C183D7F6-B498-43B3-948B-1728B52AA6E4}">
                <adec:decorative xmlns:adec="http://schemas.microsoft.com/office/drawing/2017/decorative" val="1"/>
              </a:ext>
            </a:extLst>
          </p:cNvPr>
          <p:cNvSpPr txBox="1"/>
          <p:nvPr userDrawn="1"/>
        </p:nvSpPr>
        <p:spPr>
          <a:xfrm>
            <a:off x="6039888" y="593396"/>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2377" y="1306772"/>
            <a:ext cx="5668962" cy="3731953"/>
          </a:xfrm>
        </p:spPr>
        <p:txBody>
          <a:bodyPr/>
          <a:lstStyle>
            <a:lvl1pPr>
              <a:lnSpc>
                <a:spcPct val="100000"/>
              </a:lnSpc>
              <a:spcBef>
                <a:spcPts val="900"/>
              </a:spcBef>
              <a:spcAft>
                <a:spcPts val="0"/>
              </a:spcAft>
              <a:defRPr sz="40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2B9EA5E-E423-D219-6037-CCB61AE3B50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C901CE32-26BB-268E-2590-66DB5ADDFD9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CA070464-B6E7-0612-AE11-56A546D97BD4}"/>
              </a:ext>
            </a:extLst>
          </p:cNvPr>
          <p:cNvSpPr>
            <a:spLocks noGrp="1"/>
          </p:cNvSpPr>
          <p:nvPr>
            <p:ph sz="quarter" idx="10"/>
          </p:nvPr>
        </p:nvSpPr>
        <p:spPr>
          <a:xfrm>
            <a:off x="368300" y="4518025"/>
            <a:ext cx="3746500" cy="1562100"/>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80153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46096"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70062" y="3485571"/>
            <a:ext cx="5498502" cy="2486604"/>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50276" y="372355"/>
            <a:ext cx="5671662" cy="4544842"/>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D4716BEF-8A35-16AB-2612-D5ADC74B28FD}"/>
              </a:ext>
            </a:extLst>
          </p:cNvPr>
          <p:cNvSpPr>
            <a:spLocks noGrp="1"/>
          </p:cNvSpPr>
          <p:nvPr>
            <p:ph sz="quarter" idx="10"/>
          </p:nvPr>
        </p:nvSpPr>
        <p:spPr>
          <a:xfrm>
            <a:off x="6150276" y="5038725"/>
            <a:ext cx="5673424" cy="933450"/>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20315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Over Image">
    <p:spTree>
      <p:nvGrpSpPr>
        <p:cNvPr id="1" name=""/>
        <p:cNvGrpSpPr/>
        <p:nvPr/>
      </p:nvGrpSpPr>
      <p:grpSpPr>
        <a:xfrm>
          <a:off x="0" y="0"/>
          <a:ext cx="0" cy="0"/>
          <a:chOff x="0" y="0"/>
          <a:chExt cx="0" cy="0"/>
        </a:xfrm>
      </p:grpSpPr>
      <p:sp>
        <p:nvSpPr>
          <p:cNvPr id="13" name="Picture Placeholder 14">
            <a:extLst>
              <a:ext uri="{FF2B5EF4-FFF2-40B4-BE49-F238E27FC236}">
                <a16:creationId xmlns:a16="http://schemas.microsoft.com/office/drawing/2014/main" id="{743AD5A7-567D-9EC7-BECB-71D2480F2498}"/>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2"/>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34788" cy="249299"/>
          </a:xfrm>
        </p:spPr>
        <p:txBody>
          <a:bodyPr wrap="square">
            <a:spAutoFit/>
          </a:bodyPr>
          <a:lstStyle>
            <a:lvl1pPr>
              <a:defRPr sz="1800" b="0"/>
            </a:lvl1pPr>
          </a:lstStyle>
          <a:p>
            <a:r>
              <a:rPr lang="en-US"/>
              <a:t>Title for accessibility</a:t>
            </a:r>
          </a:p>
        </p:txBody>
      </p:sp>
      <p:sp>
        <p:nvSpPr>
          <p:cNvPr id="9" name="Content Placeholder 8">
            <a:extLst>
              <a:ext uri="{FF2B5EF4-FFF2-40B4-BE49-F238E27FC236}">
                <a16:creationId xmlns:a16="http://schemas.microsoft.com/office/drawing/2014/main" id="{F7339CEB-91F9-B7FD-86D6-A4C114DA3002}"/>
              </a:ext>
            </a:extLst>
          </p:cNvPr>
          <p:cNvSpPr>
            <a:spLocks noGrp="1"/>
          </p:cNvSpPr>
          <p:nvPr>
            <p:ph idx="1"/>
          </p:nvPr>
        </p:nvSpPr>
        <p:spPr>
          <a:xfrm>
            <a:off x="5733536" y="400051"/>
            <a:ext cx="6078018" cy="5024273"/>
          </a:xfrm>
          <a:custGeom>
            <a:avLst/>
            <a:gdLst>
              <a:gd name="connsiteX0" fmla="*/ 0 w 6078018"/>
              <a:gd name="connsiteY0" fmla="*/ 0 h 5024273"/>
              <a:gd name="connsiteX1" fmla="*/ 6078018 w 6078018"/>
              <a:gd name="connsiteY1" fmla="*/ 0 h 5024273"/>
              <a:gd name="connsiteX2" fmla="*/ 6078018 w 6078018"/>
              <a:gd name="connsiteY2" fmla="*/ 4662902 h 5024273"/>
              <a:gd name="connsiteX3" fmla="*/ 3041951 w 6078018"/>
              <a:gd name="connsiteY3" fmla="*/ 4663975 h 5024273"/>
              <a:gd name="connsiteX4" fmla="*/ 2829053 w 6078018"/>
              <a:gd name="connsiteY4" fmla="*/ 5023866 h 5024273"/>
              <a:gd name="connsiteX5" fmla="*/ 0 w 6078018"/>
              <a:gd name="connsiteY5" fmla="*/ 5024273 h 5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8018" h="5024273">
                <a:moveTo>
                  <a:pt x="0" y="0"/>
                </a:moveTo>
                <a:lnTo>
                  <a:pt x="6078018" y="0"/>
                </a:lnTo>
                <a:lnTo>
                  <a:pt x="6078018" y="4662902"/>
                </a:lnTo>
                <a:lnTo>
                  <a:pt x="3041951" y="4663975"/>
                </a:lnTo>
                <a:lnTo>
                  <a:pt x="2829053" y="5023866"/>
                </a:lnTo>
                <a:lnTo>
                  <a:pt x="0" y="5024273"/>
                </a:lnTo>
                <a:close/>
              </a:path>
            </a:pathLst>
          </a:custGeom>
          <a:solidFill>
            <a:schemeClr val="bg1"/>
          </a:solidFill>
        </p:spPr>
        <p:txBody>
          <a:bodyPr wrap="square" lIns="411480" tIns="1170432" rIns="365760">
            <a:noAutofit/>
          </a:bodyPr>
          <a:lstStyle>
            <a:lvl1pPr>
              <a:lnSpc>
                <a:spcPct val="100000"/>
              </a:lnSpc>
              <a:spcBef>
                <a:spcPts val="900"/>
              </a:spcBef>
              <a:spcAft>
                <a:spcPts val="0"/>
              </a:spcAft>
              <a:defRPr sz="3200" b="0" spc="-50" baseline="0">
                <a:solidFill>
                  <a:schemeClr val="tx1"/>
                </a:solidFill>
                <a:latin typeface="+mj-lt"/>
              </a:defRPr>
            </a:lvl1pPr>
          </a:lstStyle>
          <a:p>
            <a:pPr lvl="0"/>
            <a:r>
              <a:rPr lang="en-US"/>
              <a:t>Click to edit Master text styles</a:t>
            </a:r>
          </a:p>
        </p:txBody>
      </p:sp>
      <p:sp>
        <p:nvSpPr>
          <p:cNvPr id="17" name="Text Placeholder 15">
            <a:extLst>
              <a:ext uri="{FF2B5EF4-FFF2-40B4-BE49-F238E27FC236}">
                <a16:creationId xmlns:a16="http://schemas.microsoft.com/office/drawing/2014/main" id="{0D1BEFAC-D99F-7020-6110-CD8460311AFF}"/>
              </a:ext>
            </a:extLst>
          </p:cNvPr>
          <p:cNvSpPr>
            <a:spLocks noGrp="1"/>
          </p:cNvSpPr>
          <p:nvPr>
            <p:ph type="body" sz="quarter" idx="12" hasCustomPrompt="1"/>
          </p:nvPr>
        </p:nvSpPr>
        <p:spPr>
          <a:xfrm>
            <a:off x="394728" y="6501384"/>
            <a:ext cx="365760" cy="161583"/>
          </a:xfrm>
        </p:spPr>
        <p:txBody>
          <a:bodyPr anchor="b" anchorCtr="0">
            <a:noAutofit/>
          </a:bodyPr>
          <a:lstStyle>
            <a:lvl1pPr>
              <a:defRPr sz="1050">
                <a:solidFill>
                  <a:schemeClr val="bg1"/>
                </a:solidFill>
              </a:defRPr>
            </a:lvl1pPr>
          </a:lstStyle>
          <a:p>
            <a:pPr lvl="0"/>
            <a:r>
              <a:rPr lang="en-US"/>
              <a:t>PwC</a:t>
            </a:r>
          </a:p>
        </p:txBody>
      </p:sp>
      <p:sp>
        <p:nvSpPr>
          <p:cNvPr id="7" name="Footer Placeholder 4">
            <a:extLst>
              <a:ext uri="{FF2B5EF4-FFF2-40B4-BE49-F238E27FC236}">
                <a16:creationId xmlns:a16="http://schemas.microsoft.com/office/drawing/2014/main" id="{7DFE5ED4-420E-CADB-A68A-A7D421280793}"/>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961284F9-299F-5762-4D10-4246CB963FF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2" name="TextBox 11">
            <a:extLst>
              <a:ext uri="{FF2B5EF4-FFF2-40B4-BE49-F238E27FC236}">
                <a16:creationId xmlns:a16="http://schemas.microsoft.com/office/drawing/2014/main" id="{7AEFB371-D664-A7CF-D5EE-BB0684D60FED}"/>
              </a:ext>
            </a:extLst>
          </p:cNvPr>
          <p:cNvSpPr txBox="1"/>
          <p:nvPr userDrawn="1"/>
        </p:nvSpPr>
        <p:spPr>
          <a:xfrm>
            <a:off x="6034838" y="299570"/>
            <a:ext cx="762000" cy="838200"/>
          </a:xfrm>
          <a:prstGeom prst="rect">
            <a:avLst/>
          </a:prstGeom>
          <a:noFill/>
        </p:spPr>
        <p:txBody>
          <a:bodyPr wrap="square" lIns="0" tIns="0" rIns="0" bIns="0" rtlCol="0" anchor="t">
            <a:noAutofit/>
          </a:bodyPr>
          <a:lstStyle/>
          <a:p>
            <a:pPr marL="12700" marR="5080" lvl="0" indent="0" defTabSz="914400" eaLnBrk="1" fontAlgn="auto" latinLnBrk="0" hangingPunct="1">
              <a:spcBef>
                <a:spcPts val="900"/>
              </a:spcBef>
              <a:spcAft>
                <a:spcPts val="0"/>
              </a:spcAft>
              <a:buClrTx/>
              <a:buSzTx/>
              <a:buFontTx/>
              <a:buNone/>
              <a:tabLst/>
              <a:defRPr/>
            </a:pPr>
            <a:r>
              <a:rPr kumimoji="0" lang="en-US" sz="13800" b="1" u="none" strike="noStrike" kern="0" cap="none" spc="-105" normalizeH="0" baseline="0" noProof="0">
                <a:ln>
                  <a:noFill/>
                </a:ln>
                <a:solidFill>
                  <a:srgbClr val="FC5108"/>
                </a:solidFill>
                <a:effectLst/>
                <a:uLnTx/>
                <a:uFillTx/>
                <a:latin typeface="+mn-lt"/>
                <a:cs typeface="Arial" panose="020B0604020202020204" pitchFamily="34" charset="0"/>
              </a:rPr>
              <a:t>“</a:t>
            </a:r>
            <a:endParaRPr kumimoji="0" lang="en-US" sz="13800" b="1" u="none" strike="noStrike" kern="0" cap="none" spc="0" normalizeH="0" baseline="0" noProof="0">
              <a:ln>
                <a:noFill/>
              </a:ln>
              <a:solidFill>
                <a:srgbClr val="FC5108"/>
              </a:solidFill>
              <a:effectLst/>
              <a:uLnTx/>
              <a:uFillTx/>
              <a:latin typeface="+mn-lt"/>
              <a:cs typeface="Arial" panose="020B0604020202020204" pitchFamily="34" charset="0"/>
            </a:endParaRPr>
          </a:p>
          <a:p>
            <a:endParaRPr lang="en-US" sz="6000" b="1">
              <a:solidFill>
                <a:srgbClr val="FC5108"/>
              </a:solidFill>
              <a:latin typeface="Georgia" panose="02040502050405020303" pitchFamily="18" charset="0"/>
              <a:cs typeface="Arial" panose="020B0604020202020204" pitchFamily="34" charset="0"/>
            </a:endParaRPr>
          </a:p>
        </p:txBody>
      </p:sp>
      <p:sp>
        <p:nvSpPr>
          <p:cNvPr id="3" name="Content Placeholder 4">
            <a:extLst>
              <a:ext uri="{FF2B5EF4-FFF2-40B4-BE49-F238E27FC236}">
                <a16:creationId xmlns:a16="http://schemas.microsoft.com/office/drawing/2014/main" id="{0617E1E3-DEC2-78E7-9998-E4FF637CE30B}"/>
              </a:ext>
            </a:extLst>
          </p:cNvPr>
          <p:cNvSpPr>
            <a:spLocks noGrp="1"/>
          </p:cNvSpPr>
          <p:nvPr>
            <p:ph sz="quarter" idx="10"/>
          </p:nvPr>
        </p:nvSpPr>
        <p:spPr>
          <a:xfrm>
            <a:off x="6151729" y="4005692"/>
            <a:ext cx="5455771" cy="921908"/>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6759205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ig 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1192" y="737608"/>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4">
            <a:extLst>
              <a:ext uri="{FF2B5EF4-FFF2-40B4-BE49-F238E27FC236}">
                <a16:creationId xmlns:a16="http://schemas.microsoft.com/office/drawing/2014/main" id="{420F89DA-180E-8B5A-DBF0-E46D4BE19FF9}"/>
              </a:ext>
            </a:extLst>
          </p:cNvPr>
          <p:cNvSpPr>
            <a:spLocks noGrp="1"/>
          </p:cNvSpPr>
          <p:nvPr>
            <p:ph sz="quarter" idx="10"/>
          </p:nvPr>
        </p:nvSpPr>
        <p:spPr>
          <a:xfrm>
            <a:off x="368300" y="4518025"/>
            <a:ext cx="4711700" cy="1562100"/>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449204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ig Statement 2">
    <p:bg>
      <p:bgPr>
        <a:solidFill>
          <a:srgbClr val="DFE3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4">
            <a:extLst>
              <a:ext uri="{FF2B5EF4-FFF2-40B4-BE49-F238E27FC236}">
                <a16:creationId xmlns:a16="http://schemas.microsoft.com/office/drawing/2014/main" id="{746CDA39-33E4-3C95-FE9D-6263CE3649C9}"/>
              </a:ext>
            </a:extLst>
          </p:cNvPr>
          <p:cNvSpPr>
            <a:spLocks noGrp="1"/>
          </p:cNvSpPr>
          <p:nvPr>
            <p:ph sz="quarter" idx="10"/>
          </p:nvPr>
        </p:nvSpPr>
        <p:spPr>
          <a:xfrm>
            <a:off x="368300" y="4518025"/>
            <a:ext cx="4711700" cy="1562100"/>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775457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ig Statement 3">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2336" y="-300748"/>
            <a:ext cx="5641277" cy="249299"/>
          </a:xfrm>
        </p:spPr>
        <p:txBody>
          <a:bodyPr wrap="square">
            <a:spAutoFit/>
          </a:bodyPr>
          <a:lstStyle>
            <a:lvl1pPr>
              <a:defRPr sz="1800" b="0"/>
            </a:lvl1pPr>
          </a:lstStyle>
          <a:p>
            <a:r>
              <a:rPr lang="en-US"/>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4">
            <a:extLst>
              <a:ext uri="{FF2B5EF4-FFF2-40B4-BE49-F238E27FC236}">
                <a16:creationId xmlns:a16="http://schemas.microsoft.com/office/drawing/2014/main" id="{B31972B4-0D39-C3FB-E17F-DC8EC7D11818}"/>
              </a:ext>
            </a:extLst>
          </p:cNvPr>
          <p:cNvSpPr>
            <a:spLocks noGrp="1"/>
          </p:cNvSpPr>
          <p:nvPr>
            <p:ph sz="quarter" idx="10"/>
          </p:nvPr>
        </p:nvSpPr>
        <p:spPr>
          <a:xfrm>
            <a:off x="368300" y="4518025"/>
            <a:ext cx="4711700" cy="1562100"/>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465598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g Statement 4">
    <p:bg>
      <p:bgPr>
        <a:solidFill>
          <a:schemeClr val="bg1"/>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F2C136D6-EB53-8EAB-067D-F21D72B54E2A}"/>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47663" y="-319682"/>
            <a:ext cx="5695950" cy="249299"/>
          </a:xfrm>
        </p:spPr>
        <p:txBody>
          <a:bodyPr wrap="square">
            <a:spAutoFit/>
          </a:bodyPr>
          <a:lstStyle>
            <a:lvl1pPr>
              <a:defRPr sz="1800" b="0"/>
            </a:lvl1pPr>
          </a:lstStyle>
          <a:p>
            <a:r>
              <a:rPr lang="en-US"/>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solidFill>
                  <a:schemeClr val="bg1"/>
                </a:solidFill>
                <a:latin typeface="+mj-lt"/>
              </a:defRPr>
            </a:lvl1pPr>
          </a:lstStyle>
          <a:p>
            <a:pPr lvl="0"/>
            <a:r>
              <a:rPr lang="en-US"/>
              <a:t>Click to edit Master text styles</a:t>
            </a:r>
          </a:p>
        </p:txBody>
      </p:sp>
      <p:sp>
        <p:nvSpPr>
          <p:cNvPr id="7" name="TextBox 6">
            <a:extLst>
              <a:ext uri="{FF2B5EF4-FFF2-40B4-BE49-F238E27FC236}">
                <a16:creationId xmlns:a16="http://schemas.microsoft.com/office/drawing/2014/main" id="{FDD3CF2F-7A33-6AA8-EBBC-3A558D724586}"/>
              </a:ext>
            </a:extLst>
          </p:cNvPr>
          <p:cNvSpPr txBox="1"/>
          <p:nvPr userDrawn="1"/>
        </p:nvSpPr>
        <p:spPr>
          <a:xfrm>
            <a:off x="394728" y="6501384"/>
            <a:ext cx="431483" cy="161583"/>
          </a:xfrm>
          <a:prstGeom prst="rect">
            <a:avLst/>
          </a:prstGeom>
          <a:noFill/>
        </p:spPr>
        <p:txBody>
          <a:bodyPr wrap="square" lIns="0" tIns="0" rIns="0" bIns="0" rtlCol="0" anchor="b" anchorCtr="0">
            <a:spAutoFit/>
          </a:bodyPr>
          <a:lstStyle/>
          <a:p>
            <a:pPr algn="l"/>
            <a:r>
              <a:rPr lang="en-US" sz="1050" b="1">
                <a:solidFill>
                  <a:schemeClr val="bg1"/>
                </a:solidFill>
              </a:rPr>
              <a:t>PwC</a:t>
            </a:r>
          </a:p>
        </p:txBody>
      </p:sp>
      <p:sp>
        <p:nvSpPr>
          <p:cNvPr id="8" name="Footer Placeholder 4">
            <a:extLst>
              <a:ext uri="{FF2B5EF4-FFF2-40B4-BE49-F238E27FC236}">
                <a16:creationId xmlns:a16="http://schemas.microsoft.com/office/drawing/2014/main" id="{694593D8-AEB6-3CA5-7E3B-6BA6D552DB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C1E67C1D-7D69-01C7-F212-8FD6EC41D5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748F1255-B234-8F3E-2E95-66C55731FF06}"/>
              </a:ext>
            </a:extLst>
          </p:cNvPr>
          <p:cNvSpPr>
            <a:spLocks noGrp="1"/>
          </p:cNvSpPr>
          <p:nvPr>
            <p:ph sz="quarter" idx="10"/>
          </p:nvPr>
        </p:nvSpPr>
        <p:spPr>
          <a:xfrm>
            <a:off x="368300" y="4518025"/>
            <a:ext cx="4711700" cy="1562100"/>
          </a:xfrm>
        </p:spPr>
        <p:txBody>
          <a:bodyPr/>
          <a:lstStyle>
            <a:lvl1pPr>
              <a:defRPr sz="1800">
                <a:solidFill>
                  <a:schemeClr val="bg1"/>
                </a:solidFill>
              </a:defRPr>
            </a:lvl1pPr>
            <a:lvl2pPr>
              <a:defRPr sz="1400">
                <a:solidFill>
                  <a:schemeClr val="bg1"/>
                </a:solidFill>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7253533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055151-7117-866F-6824-F774A7F56F66}"/>
              </a:ext>
            </a:extLst>
          </p:cNvPr>
          <p:cNvSpPr>
            <a:spLocks noGrp="1"/>
          </p:cNvSpPr>
          <p:nvPr>
            <p:ph type="title" hasCustomPrompt="1"/>
          </p:nvPr>
        </p:nvSpPr>
        <p:spPr>
          <a:xfrm>
            <a:off x="369010" y="3491244"/>
            <a:ext cx="4499480" cy="2458352"/>
          </a:xfrm>
        </p:spPr>
        <p:txBody>
          <a:bodyPr/>
          <a:lstStyle>
            <a:lvl1pPr>
              <a:lnSpc>
                <a:spcPct val="100000"/>
              </a:lnSpc>
              <a:defRPr sz="3200" b="0"/>
            </a:lvl1pPr>
          </a:lstStyle>
          <a:p>
            <a:r>
              <a:rPr lang="en-US"/>
              <a:t>Click to edit title style</a:t>
            </a:r>
          </a:p>
        </p:txBody>
      </p:sp>
      <p:sp>
        <p:nvSpPr>
          <p:cNvPr id="3" name="Picture Placeholder 2">
            <a:extLst>
              <a:ext uri="{FF2B5EF4-FFF2-40B4-BE49-F238E27FC236}">
                <a16:creationId xmlns:a16="http://schemas.microsoft.com/office/drawing/2014/main" id="{CAF96854-0B82-0332-CB0D-B653A0471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84776" y="368299"/>
            <a:ext cx="6638214" cy="5603875"/>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629E8A37-B7AE-34F5-AC2C-2C3307E4530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83E901E5-0C0F-02C2-6E8B-66E81BE06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0937256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70062" y="370062"/>
            <a:ext cx="3737453" cy="1295399"/>
          </a:xfrm>
          <a:prstGeom prst="rect">
            <a:avLst/>
          </a:prstGeom>
        </p:spPr>
        <p:txBody>
          <a:bodyPr vert="horz" lIns="0" tIns="0" rIns="0" bIns="0" rtlCol="0" anchor="t" anchorCtr="0">
            <a:noAutofit/>
          </a:bodyPr>
          <a:lstStyle>
            <a:lvl1pPr>
              <a:defRPr b="0"/>
            </a:lvl1pPr>
          </a:lstStyle>
          <a:p>
            <a:r>
              <a:rPr lang="en-US"/>
              <a:t>Click to edit Master title style</a:t>
            </a:r>
          </a:p>
        </p:txBody>
      </p:sp>
      <p:sp>
        <p:nvSpPr>
          <p:cNvPr id="3" name="Picture Placeholder 2">
            <a:extLst>
              <a:ext uri="{FF2B5EF4-FFF2-40B4-BE49-F238E27FC236}">
                <a16:creationId xmlns:a16="http://schemas.microsoft.com/office/drawing/2014/main" id="{20FA2383-F769-2E5D-64C9-71C8F2AC6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84774" y="370062"/>
            <a:ext cx="6637163" cy="5562780"/>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4619E784-11F4-A104-BB77-5E8F8D397AE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BF37CFFA-3D80-3409-C50E-D2A382F2618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01119A16-4429-1C3B-93F5-9356F9F7EC68}"/>
              </a:ext>
            </a:extLst>
          </p:cNvPr>
          <p:cNvSpPr>
            <a:spLocks noGrp="1"/>
          </p:cNvSpPr>
          <p:nvPr>
            <p:ph sz="quarter" idx="12"/>
          </p:nvPr>
        </p:nvSpPr>
        <p:spPr>
          <a:xfrm>
            <a:off x="369888" y="2959100"/>
            <a:ext cx="3744912" cy="30130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1110663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With Image 3">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70062" y="2446693"/>
            <a:ext cx="2767808" cy="765810"/>
          </a:xfrm>
          <a:prstGeom prst="rect">
            <a:avLst/>
          </a:prstGeom>
        </p:spPr>
        <p:txBody>
          <a:bodyPr vert="horz" lIns="0" tIns="0" rIns="0" bIns="0" rtlCol="0" anchor="t" anchorCtr="0">
            <a:noAutofit/>
          </a:bodyPr>
          <a:lstStyle>
            <a:lvl1pPr>
              <a:defRPr b="0"/>
            </a:lvl1pPr>
          </a:lstStyle>
          <a:p>
            <a:r>
              <a:rPr lang="en-US"/>
              <a:t>Click to edit Master title style</a:t>
            </a:r>
          </a:p>
        </p:txBody>
      </p:sp>
      <p:sp>
        <p:nvSpPr>
          <p:cNvPr id="4" name="Footer Placeholder 4">
            <a:extLst>
              <a:ext uri="{FF2B5EF4-FFF2-40B4-BE49-F238E27FC236}">
                <a16:creationId xmlns:a16="http://schemas.microsoft.com/office/drawing/2014/main" id="{665F8295-3C5A-A1AE-F43F-1FA6D8B2F4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30A1C61F-1977-8EC5-355B-66B6908EB52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Picture Placeholder 9">
            <a:extLst>
              <a:ext uri="{FF2B5EF4-FFF2-40B4-BE49-F238E27FC236}">
                <a16:creationId xmlns:a16="http://schemas.microsoft.com/office/drawing/2014/main" id="{C8FF515D-AF08-494F-FFD1-C5F2FEFB42C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sz="quarter" idx="13" hasCustomPrompt="1"/>
          </p:nvPr>
        </p:nvSpPr>
        <p:spPr>
          <a:xfrm>
            <a:off x="3257550" y="368299"/>
            <a:ext cx="8566150" cy="5603875"/>
          </a:xfrm>
          <a:custGeom>
            <a:avLst/>
            <a:gdLst>
              <a:gd name="connsiteX0" fmla="*/ 3049 w 8513514"/>
              <a:gd name="connsiteY0" fmla="*/ 0 h 5540196"/>
              <a:gd name="connsiteX1" fmla="*/ 8513003 w 8513514"/>
              <a:gd name="connsiteY1" fmla="*/ 0 h 5540196"/>
              <a:gd name="connsiteX2" fmla="*/ 8512994 w 8513514"/>
              <a:gd name="connsiteY2" fmla="*/ 10458 h 5540196"/>
              <a:gd name="connsiteX3" fmla="*/ 8513514 w 8513514"/>
              <a:gd name="connsiteY3" fmla="*/ 10458 h 5540196"/>
              <a:gd name="connsiteX4" fmla="*/ 8508849 w 8513514"/>
              <a:gd name="connsiteY4" fmla="*/ 5182877 h 5540196"/>
              <a:gd name="connsiteX5" fmla="*/ 4273312 w 8513514"/>
              <a:gd name="connsiteY5" fmla="*/ 5179468 h 5540196"/>
              <a:gd name="connsiteX6" fmla="*/ 4037481 w 8513514"/>
              <a:gd name="connsiteY6" fmla="*/ 5538070 h 5540196"/>
              <a:gd name="connsiteX7" fmla="*/ 511 w 8513514"/>
              <a:gd name="connsiteY7" fmla="*/ 5540196 h 5540196"/>
              <a:gd name="connsiteX8" fmla="*/ 527 w 8513514"/>
              <a:gd name="connsiteY8" fmla="*/ 5529738 h 5540196"/>
              <a:gd name="connsiteX9" fmla="*/ 0 w 8513514"/>
              <a:gd name="connsiteY9" fmla="*/ 5529738 h 5540196"/>
              <a:gd name="connsiteX10" fmla="*/ 2674 w 8513514"/>
              <a:gd name="connsiteY10" fmla="*/ 2748474 h 554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514" h="5540196">
                <a:moveTo>
                  <a:pt x="3049" y="0"/>
                </a:moveTo>
                <a:lnTo>
                  <a:pt x="8513003" y="0"/>
                </a:lnTo>
                <a:lnTo>
                  <a:pt x="8512994" y="10458"/>
                </a:lnTo>
                <a:lnTo>
                  <a:pt x="8513514" y="10458"/>
                </a:lnTo>
                <a:lnTo>
                  <a:pt x="8508849" y="5182877"/>
                </a:lnTo>
                <a:lnTo>
                  <a:pt x="4273312" y="5179468"/>
                </a:lnTo>
                <a:lnTo>
                  <a:pt x="4037481" y="5538070"/>
                </a:lnTo>
                <a:lnTo>
                  <a:pt x="511" y="5540196"/>
                </a:lnTo>
                <a:lnTo>
                  <a:pt x="527" y="5529738"/>
                </a:lnTo>
                <a:lnTo>
                  <a:pt x="0" y="5529738"/>
                </a:lnTo>
                <a:cubicBezTo>
                  <a:pt x="2037" y="4608702"/>
                  <a:pt x="2547" y="3679927"/>
                  <a:pt x="2674" y="2748474"/>
                </a:cubicBezTo>
                <a:close/>
              </a:path>
            </a:pathLst>
          </a:custGeom>
          <a:solidFill>
            <a:schemeClr val="bg2"/>
          </a:solidFill>
        </p:spPr>
        <p:txBody>
          <a:bodyPr wrap="square" lIns="1188720" tIns="1554480" rIns="118872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3" name="Content Placeholder 2">
            <a:extLst>
              <a:ext uri="{FF2B5EF4-FFF2-40B4-BE49-F238E27FC236}">
                <a16:creationId xmlns:a16="http://schemas.microsoft.com/office/drawing/2014/main" id="{460FE9E2-DC3E-0EAB-DFB7-B3E4A12323BE}"/>
              </a:ext>
            </a:extLst>
          </p:cNvPr>
          <p:cNvSpPr>
            <a:spLocks noGrp="1"/>
          </p:cNvSpPr>
          <p:nvPr>
            <p:ph sz="quarter" idx="14" hasCustomPrompt="1"/>
          </p:nvPr>
        </p:nvSpPr>
        <p:spPr>
          <a:xfrm>
            <a:off x="368300" y="3482975"/>
            <a:ext cx="2784475" cy="2489200"/>
          </a:xfrm>
        </p:spPr>
        <p:txBody>
          <a:bodyPr/>
          <a:lstStyle/>
          <a:p>
            <a:pPr lvl="1"/>
            <a:r>
              <a:rPr lang="en-GB"/>
              <a:t>Second level</a:t>
            </a:r>
          </a:p>
        </p:txBody>
      </p:sp>
    </p:spTree>
    <p:extLst>
      <p:ext uri="{BB962C8B-B14F-4D97-AF65-F5344CB8AC3E}">
        <p14:creationId xmlns:p14="http://schemas.microsoft.com/office/powerpoint/2010/main" val="269206852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891325"/>
            <a:ext cx="5660723"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DBB20E5E-A5D8-1921-9B3B-F7258AF1BECE}"/>
              </a:ext>
            </a:extLst>
          </p:cNvPr>
          <p:cNvSpPr>
            <a:spLocks noGrp="1"/>
          </p:cNvSpPr>
          <p:nvPr>
            <p:ph sz="quarter" idx="10"/>
          </p:nvPr>
        </p:nvSpPr>
        <p:spPr>
          <a:xfrm>
            <a:off x="368300" y="4518025"/>
            <a:ext cx="4711700" cy="1562100"/>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8135966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g Dat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891325"/>
            <a:ext cx="5651199"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88750FF-80B0-EEE6-F89F-A76248A4F83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5E9F5B4A-B723-2879-D7EE-D016027E28B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BE8A4846-D27E-80FC-9B7E-3CE63CD42E99}"/>
              </a:ext>
            </a:extLst>
          </p:cNvPr>
          <p:cNvSpPr>
            <a:spLocks noGrp="1"/>
          </p:cNvSpPr>
          <p:nvPr>
            <p:ph sz="quarter" idx="10"/>
          </p:nvPr>
        </p:nvSpPr>
        <p:spPr>
          <a:xfrm>
            <a:off x="368300" y="4518025"/>
            <a:ext cx="4711700" cy="1562100"/>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652470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Images Stacked">
    <p:spTree>
      <p:nvGrpSpPr>
        <p:cNvPr id="1" name=""/>
        <p:cNvGrpSpPr/>
        <p:nvPr/>
      </p:nvGrpSpPr>
      <p:grpSpPr>
        <a:xfrm>
          <a:off x="0" y="0"/>
          <a:ext cx="0" cy="0"/>
          <a:chOff x="0" y="0"/>
          <a:chExt cx="0" cy="0"/>
        </a:xfrm>
      </p:grpSpPr>
      <p:sp>
        <p:nvSpPr>
          <p:cNvPr id="22" name="Content Placeholder 2">
            <a:extLst>
              <a:ext uri="{FF2B5EF4-FFF2-40B4-BE49-F238E27FC236}">
                <a16:creationId xmlns:a16="http://schemas.microsoft.com/office/drawing/2014/main" id="{D806524E-A06F-7FE8-9CD5-2244991C1E3D}"/>
              </a:ext>
            </a:extLst>
          </p:cNvPr>
          <p:cNvSpPr>
            <a:spLocks noGrp="1"/>
          </p:cNvSpPr>
          <p:nvPr>
            <p:ph idx="17"/>
          </p:nvPr>
        </p:nvSpPr>
        <p:spPr>
          <a:xfrm>
            <a:off x="370062" y="3492183"/>
            <a:ext cx="3744738" cy="2479992"/>
          </a:xfrm>
        </p:spPr>
        <p:txBody>
          <a:bodyPr/>
          <a:lstStyle>
            <a:lvl1pPr>
              <a:lnSpc>
                <a:spcPct val="95000"/>
              </a:lnSpc>
              <a:spcBef>
                <a:spcPts val="0"/>
              </a:spcBef>
              <a:spcAft>
                <a:spcPts val="0"/>
              </a:spcAft>
              <a:defRPr sz="24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13" name="Picture Placeholder 14">
            <a:extLst>
              <a:ext uri="{FF2B5EF4-FFF2-40B4-BE49-F238E27FC236}">
                <a16:creationId xmlns:a16="http://schemas.microsoft.com/office/drawing/2014/main" id="{099A4469-274E-EB1F-F85D-D95E959AA143}"/>
              </a:ext>
            </a:extLst>
          </p:cNvPr>
          <p:cNvSpPr>
            <a:spLocks noGrp="1"/>
          </p:cNvSpPr>
          <p:nvPr>
            <p:ph type="pic" sz="quarter" idx="12"/>
          </p:nvPr>
        </p:nvSpPr>
        <p:spPr>
          <a:xfrm>
            <a:off x="5199978" y="1408803"/>
            <a:ext cx="1804072" cy="1445521"/>
          </a:xfrm>
          <a:solidFill>
            <a:schemeClr val="bg2"/>
          </a:solidFill>
        </p:spPr>
        <p:txBody>
          <a:bodyPr tIns="457200"/>
          <a:lstStyle>
            <a:lvl1pPr algn="ctr">
              <a:defRPr/>
            </a:lvl1pPr>
          </a:lstStyle>
          <a:p>
            <a:r>
              <a:rPr lang="en-US"/>
              <a:t>Click icon to add picture</a:t>
            </a:r>
          </a:p>
        </p:txBody>
      </p:sp>
      <p:sp>
        <p:nvSpPr>
          <p:cNvPr id="20" name="Picture Placeholder 14">
            <a:extLst>
              <a:ext uri="{FF2B5EF4-FFF2-40B4-BE49-F238E27FC236}">
                <a16:creationId xmlns:a16="http://schemas.microsoft.com/office/drawing/2014/main" id="{750FAC0A-93E6-9A08-7990-0346002AB7C9}"/>
              </a:ext>
            </a:extLst>
          </p:cNvPr>
          <p:cNvSpPr>
            <a:spLocks noGrp="1"/>
          </p:cNvSpPr>
          <p:nvPr>
            <p:ph type="pic" sz="quarter" idx="15"/>
          </p:nvPr>
        </p:nvSpPr>
        <p:spPr>
          <a:xfrm>
            <a:off x="5199978" y="2965506"/>
            <a:ext cx="1804072" cy="1432559"/>
          </a:xfrm>
          <a:solidFill>
            <a:schemeClr val="bg2"/>
          </a:solidFill>
        </p:spPr>
        <p:txBody>
          <a:bodyPr tIns="457200"/>
          <a:lstStyle>
            <a:lvl1pPr algn="ctr">
              <a:defRPr/>
            </a:lvl1pPr>
          </a:lstStyle>
          <a:p>
            <a:r>
              <a:rPr lang="en-US"/>
              <a:t>Click icon to add picture</a:t>
            </a:r>
          </a:p>
        </p:txBody>
      </p:sp>
      <p:sp>
        <p:nvSpPr>
          <p:cNvPr id="21" name="Picture Placeholder 14">
            <a:extLst>
              <a:ext uri="{FF2B5EF4-FFF2-40B4-BE49-F238E27FC236}">
                <a16:creationId xmlns:a16="http://schemas.microsoft.com/office/drawing/2014/main" id="{C66DD72C-97BB-14F2-361C-2441F75A4327}"/>
              </a:ext>
            </a:extLst>
          </p:cNvPr>
          <p:cNvSpPr>
            <a:spLocks noGrp="1"/>
          </p:cNvSpPr>
          <p:nvPr>
            <p:ph type="pic" sz="quarter" idx="16"/>
          </p:nvPr>
        </p:nvSpPr>
        <p:spPr>
          <a:xfrm>
            <a:off x="5199978" y="4521518"/>
            <a:ext cx="1804072" cy="1432560"/>
          </a:xfrm>
          <a:solidFill>
            <a:schemeClr val="bg2"/>
          </a:solidFill>
        </p:spPr>
        <p:txBody>
          <a:bodyPr tIns="457200"/>
          <a:lstStyle>
            <a:lvl1pPr algn="ctr">
              <a:defRPr/>
            </a:lvl1pPr>
          </a:lstStyle>
          <a:p>
            <a:r>
              <a:rPr lang="en-US"/>
              <a:t>Click icon to add picture</a:t>
            </a:r>
          </a:p>
        </p:txBody>
      </p:sp>
      <p:sp>
        <p:nvSpPr>
          <p:cNvPr id="7" name="Footer Placeholder 4">
            <a:extLst>
              <a:ext uri="{FF2B5EF4-FFF2-40B4-BE49-F238E27FC236}">
                <a16:creationId xmlns:a16="http://schemas.microsoft.com/office/drawing/2014/main" id="{0A56C71D-1695-AE64-7C05-4DD0750A3DD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3EB5F658-B8CE-7FB5-990E-79F690D1E17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2">
            <a:extLst>
              <a:ext uri="{FF2B5EF4-FFF2-40B4-BE49-F238E27FC236}">
                <a16:creationId xmlns:a16="http://schemas.microsoft.com/office/drawing/2014/main" id="{77299292-477B-B167-FA09-34ABA37250D4}"/>
              </a:ext>
            </a:extLst>
          </p:cNvPr>
          <p:cNvSpPr>
            <a:spLocks noGrp="1"/>
          </p:cNvSpPr>
          <p:nvPr>
            <p:ph sz="quarter" idx="18"/>
          </p:nvPr>
        </p:nvSpPr>
        <p:spPr>
          <a:xfrm>
            <a:off x="7112000" y="1406525"/>
            <a:ext cx="4711700" cy="14478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33096CD5-F472-2FF7-8821-A2FC9AB7EECF}"/>
              </a:ext>
            </a:extLst>
          </p:cNvPr>
          <p:cNvSpPr>
            <a:spLocks noGrp="1"/>
          </p:cNvSpPr>
          <p:nvPr>
            <p:ph sz="quarter" idx="19"/>
          </p:nvPr>
        </p:nvSpPr>
        <p:spPr>
          <a:xfrm>
            <a:off x="7112000" y="2966384"/>
            <a:ext cx="4711700" cy="14478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6D1E7B3D-67E9-63CB-5191-3A7FBCE6F83F}"/>
              </a:ext>
            </a:extLst>
          </p:cNvPr>
          <p:cNvSpPr>
            <a:spLocks noGrp="1"/>
          </p:cNvSpPr>
          <p:nvPr>
            <p:ph sz="quarter" idx="20"/>
          </p:nvPr>
        </p:nvSpPr>
        <p:spPr>
          <a:xfrm>
            <a:off x="7112000" y="4520863"/>
            <a:ext cx="4711700" cy="14478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itle 8">
            <a:extLst>
              <a:ext uri="{FF2B5EF4-FFF2-40B4-BE49-F238E27FC236}">
                <a16:creationId xmlns:a16="http://schemas.microsoft.com/office/drawing/2014/main" id="{1EABDFC4-9BD0-55BC-2846-2FA45EAB535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466534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and Large Sta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44092"/>
            <a:ext cx="4688683" cy="244902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6165533" y="880660"/>
            <a:ext cx="5636494" cy="2045420"/>
          </a:xfrm>
        </p:spPr>
        <p:txBody>
          <a:bodyPr/>
          <a:lstStyle>
            <a:lvl1pPr>
              <a:lnSpc>
                <a:spcPct val="80000"/>
              </a:lnSpc>
              <a:spcBef>
                <a:spcPts val="0"/>
              </a:spcBef>
              <a:spcAft>
                <a:spcPts val="0"/>
              </a:spcAft>
              <a:defRPr sz="20000" b="0" spc="-390" baseline="0">
                <a:solidFill>
                  <a:schemeClr val="accent1"/>
                </a:solidFill>
              </a:defRPr>
            </a:lvl1pPr>
          </a:lstStyle>
          <a:p>
            <a:pPr lvl="0"/>
            <a:r>
              <a:rPr lang="en-US"/>
              <a:t>00</a:t>
            </a:r>
          </a:p>
        </p:txBody>
      </p:sp>
      <p:sp>
        <p:nvSpPr>
          <p:cNvPr id="4" name="Footer Placeholder 4">
            <a:extLst>
              <a:ext uri="{FF2B5EF4-FFF2-40B4-BE49-F238E27FC236}">
                <a16:creationId xmlns:a16="http://schemas.microsoft.com/office/drawing/2014/main" id="{505126B4-5061-ACE1-29DB-F4E4B930507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A318CA9E-32E8-938F-0187-CE5990310D1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2">
            <a:extLst>
              <a:ext uri="{FF2B5EF4-FFF2-40B4-BE49-F238E27FC236}">
                <a16:creationId xmlns:a16="http://schemas.microsoft.com/office/drawing/2014/main" id="{56F6B0ED-8AF6-B2AA-E6DF-421FC9028A75}"/>
              </a:ext>
            </a:extLst>
          </p:cNvPr>
          <p:cNvSpPr>
            <a:spLocks noGrp="1"/>
          </p:cNvSpPr>
          <p:nvPr>
            <p:ph sz="quarter" idx="10"/>
          </p:nvPr>
        </p:nvSpPr>
        <p:spPr>
          <a:xfrm>
            <a:off x="6149975" y="3482975"/>
            <a:ext cx="5673725" cy="248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5677415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92183"/>
            <a:ext cx="5645946"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2001" y="368300"/>
            <a:ext cx="4711700" cy="3003550"/>
          </a:xfrm>
          <a:solidFill>
            <a:schemeClr val="accent1"/>
          </a:solidFill>
        </p:spPr>
        <p:txBody>
          <a:bodyPr lIns="274320" tIns="274320"/>
          <a:lstStyle>
            <a:lvl1pPr>
              <a:spcAft>
                <a:spcPts val="6000"/>
              </a:spcAft>
              <a:defRPr sz="8600" b="0">
                <a:solidFill>
                  <a:schemeClr val="bg1"/>
                </a:solidFill>
              </a:defRPr>
            </a:lvl1pPr>
            <a:lvl2pPr>
              <a:spcBef>
                <a:spcPts val="0"/>
              </a:spcBef>
              <a:defRPr b="1">
                <a:latin typeface="+mn-lt"/>
              </a:defRPr>
            </a:lvl2pPr>
          </a:lstStyle>
          <a:p>
            <a:pPr lvl="0"/>
            <a:r>
              <a:rPr lang="en-US"/>
              <a:t>0,000</a:t>
            </a:r>
          </a:p>
          <a:p>
            <a:pPr lvl="1"/>
            <a:r>
              <a:rPr lang="en-US"/>
              <a:t>Second level</a:t>
            </a:r>
          </a:p>
        </p:txBody>
      </p:sp>
      <p:sp>
        <p:nvSpPr>
          <p:cNvPr id="4" name="Footer Placeholder 4">
            <a:extLst>
              <a:ext uri="{FF2B5EF4-FFF2-40B4-BE49-F238E27FC236}">
                <a16:creationId xmlns:a16="http://schemas.microsoft.com/office/drawing/2014/main" id="{E2A3DA15-4C69-255A-358A-480458D2DFE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B39A73BF-92D5-1C5F-A374-82FF2405936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2">
            <a:extLst>
              <a:ext uri="{FF2B5EF4-FFF2-40B4-BE49-F238E27FC236}">
                <a16:creationId xmlns:a16="http://schemas.microsoft.com/office/drawing/2014/main" id="{F83831A1-36E4-05EF-6AB7-93A548B9DE9C}"/>
              </a:ext>
            </a:extLst>
          </p:cNvPr>
          <p:cNvSpPr>
            <a:spLocks noGrp="1"/>
          </p:cNvSpPr>
          <p:nvPr>
            <p:ph sz="quarter" idx="12"/>
          </p:nvPr>
        </p:nvSpPr>
        <p:spPr>
          <a:xfrm>
            <a:off x="9039225" y="3492500"/>
            <a:ext cx="2784475" cy="247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09539548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our Stat Boxes">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92183"/>
            <a:ext cx="5241133"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6157914" y="373155"/>
            <a:ext cx="2765424" cy="2777490"/>
          </a:xfrm>
          <a:solidFill>
            <a:srgbClr val="B5BCC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0" name="Text Placeholder 9">
            <a:extLst>
              <a:ext uri="{FF2B5EF4-FFF2-40B4-BE49-F238E27FC236}">
                <a16:creationId xmlns:a16="http://schemas.microsoft.com/office/drawing/2014/main" id="{BCA5BD2F-F935-E22A-B6DD-EB0D8C3A4750}"/>
              </a:ext>
            </a:extLst>
          </p:cNvPr>
          <p:cNvSpPr>
            <a:spLocks noGrp="1"/>
          </p:cNvSpPr>
          <p:nvPr>
            <p:ph type="body" sz="quarter" idx="12"/>
          </p:nvPr>
        </p:nvSpPr>
        <p:spPr>
          <a:xfrm>
            <a:off x="6320155" y="2446692"/>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16" name="Text Placeholder 6">
            <a:extLst>
              <a:ext uri="{FF2B5EF4-FFF2-40B4-BE49-F238E27FC236}">
                <a16:creationId xmlns:a16="http://schemas.microsoft.com/office/drawing/2014/main" id="{8C582E75-9A43-D86C-AB0D-17BB800A571C}"/>
              </a:ext>
            </a:extLst>
          </p:cNvPr>
          <p:cNvSpPr>
            <a:spLocks noGrp="1"/>
          </p:cNvSpPr>
          <p:nvPr>
            <p:ph type="body" sz="quarter" idx="13" hasCustomPrompt="1"/>
          </p:nvPr>
        </p:nvSpPr>
        <p:spPr>
          <a:xfrm>
            <a:off x="9052188" y="373155"/>
            <a:ext cx="2765424" cy="2777490"/>
          </a:xfrm>
          <a:solidFill>
            <a:schemeClr val="accent1"/>
          </a:solidFill>
        </p:spPr>
        <p:txBody>
          <a:bodyPr lIns="274320" tIns="91440"/>
          <a:lstStyle>
            <a:lvl1pPr>
              <a:spcAft>
                <a:spcPts val="1200"/>
              </a:spcAft>
              <a:tabLst>
                <a:tab pos="457200" algn="l"/>
              </a:tabLst>
              <a:defRPr sz="5400" b="0" baseline="0">
                <a:solidFill>
                  <a:schemeClr val="bg1"/>
                </a:solidFill>
              </a:defRPr>
            </a:lvl1pPr>
            <a:lvl2pPr>
              <a:spcBef>
                <a:spcPts val="0"/>
              </a:spcBef>
              <a:defRPr sz="1000" b="1"/>
            </a:lvl2pPr>
          </a:lstStyle>
          <a:p>
            <a:pPr lvl="0"/>
            <a:r>
              <a:rPr lang="en-US"/>
              <a:t>0,000</a:t>
            </a:r>
          </a:p>
        </p:txBody>
      </p:sp>
      <p:sp>
        <p:nvSpPr>
          <p:cNvPr id="18" name="Text Placeholder 9">
            <a:extLst>
              <a:ext uri="{FF2B5EF4-FFF2-40B4-BE49-F238E27FC236}">
                <a16:creationId xmlns:a16="http://schemas.microsoft.com/office/drawing/2014/main" id="{2F01FD17-7652-99C0-4EF4-C1ABF553BDA4}"/>
              </a:ext>
            </a:extLst>
          </p:cNvPr>
          <p:cNvSpPr>
            <a:spLocks noGrp="1"/>
          </p:cNvSpPr>
          <p:nvPr>
            <p:ph type="body" sz="quarter" idx="14"/>
          </p:nvPr>
        </p:nvSpPr>
        <p:spPr>
          <a:xfrm>
            <a:off x="9198292" y="2446692"/>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19" name="Text Placeholder 6">
            <a:extLst>
              <a:ext uri="{FF2B5EF4-FFF2-40B4-BE49-F238E27FC236}">
                <a16:creationId xmlns:a16="http://schemas.microsoft.com/office/drawing/2014/main" id="{DED57F60-7B48-DB96-E422-6BF4821C028A}"/>
              </a:ext>
            </a:extLst>
          </p:cNvPr>
          <p:cNvSpPr>
            <a:spLocks noGrp="1"/>
          </p:cNvSpPr>
          <p:nvPr>
            <p:ph type="body" sz="quarter" idx="15" hasCustomPrompt="1"/>
          </p:nvPr>
        </p:nvSpPr>
        <p:spPr>
          <a:xfrm>
            <a:off x="6157914" y="3308287"/>
            <a:ext cx="2765424" cy="2777490"/>
          </a:xfrm>
          <a:solidFill>
            <a:srgbClr val="FFE8D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1" name="Text Placeholder 9">
            <a:extLst>
              <a:ext uri="{FF2B5EF4-FFF2-40B4-BE49-F238E27FC236}">
                <a16:creationId xmlns:a16="http://schemas.microsoft.com/office/drawing/2014/main" id="{3EC6947C-841E-3FA9-114B-E3D478A0F9F5}"/>
              </a:ext>
            </a:extLst>
          </p:cNvPr>
          <p:cNvSpPr>
            <a:spLocks noGrp="1"/>
          </p:cNvSpPr>
          <p:nvPr>
            <p:ph type="body" sz="quarter" idx="16"/>
          </p:nvPr>
        </p:nvSpPr>
        <p:spPr>
          <a:xfrm>
            <a:off x="6320155" y="5365687"/>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22" name="Text Placeholder 6">
            <a:extLst>
              <a:ext uri="{FF2B5EF4-FFF2-40B4-BE49-F238E27FC236}">
                <a16:creationId xmlns:a16="http://schemas.microsoft.com/office/drawing/2014/main" id="{4E2EFFE0-4881-5E4A-962D-11FF92C9F877}"/>
              </a:ext>
            </a:extLst>
          </p:cNvPr>
          <p:cNvSpPr>
            <a:spLocks noGrp="1"/>
          </p:cNvSpPr>
          <p:nvPr>
            <p:ph type="body" sz="quarter" idx="17" hasCustomPrompt="1"/>
          </p:nvPr>
        </p:nvSpPr>
        <p:spPr>
          <a:xfrm>
            <a:off x="9052188" y="3308287"/>
            <a:ext cx="2765424" cy="2777490"/>
          </a:xfrm>
          <a:solidFill>
            <a:srgbClr val="DFE3E6"/>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4" name="Text Placeholder 9">
            <a:extLst>
              <a:ext uri="{FF2B5EF4-FFF2-40B4-BE49-F238E27FC236}">
                <a16:creationId xmlns:a16="http://schemas.microsoft.com/office/drawing/2014/main" id="{C5905E4E-9C03-893D-2D65-9DF29B1CD2BF}"/>
              </a:ext>
            </a:extLst>
          </p:cNvPr>
          <p:cNvSpPr>
            <a:spLocks noGrp="1"/>
          </p:cNvSpPr>
          <p:nvPr>
            <p:ph type="body" sz="quarter" idx="18"/>
          </p:nvPr>
        </p:nvSpPr>
        <p:spPr>
          <a:xfrm>
            <a:off x="9198292" y="5365687"/>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4" name="Footer Placeholder 4">
            <a:extLst>
              <a:ext uri="{FF2B5EF4-FFF2-40B4-BE49-F238E27FC236}">
                <a16:creationId xmlns:a16="http://schemas.microsoft.com/office/drawing/2014/main" id="{8DEF9E9E-37B4-DAB9-8C1D-1576E02EB06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B40D576B-0FB8-2293-FB69-1C5178F9E41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7651732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hree Content Infographic">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370062"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4231506"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8071461"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2">
            <a:extLst>
              <a:ext uri="{FF2B5EF4-FFF2-40B4-BE49-F238E27FC236}">
                <a16:creationId xmlns:a16="http://schemas.microsoft.com/office/drawing/2014/main" id="{2DEADD9F-C4DB-21BA-6151-16846D00A132}"/>
              </a:ext>
            </a:extLst>
          </p:cNvPr>
          <p:cNvSpPr>
            <a:spLocks noGrp="1"/>
          </p:cNvSpPr>
          <p:nvPr>
            <p:ph sz="quarter" idx="15"/>
          </p:nvPr>
        </p:nvSpPr>
        <p:spPr>
          <a:xfrm>
            <a:off x="368301" y="3482975"/>
            <a:ext cx="3310128"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2">
            <a:extLst>
              <a:ext uri="{FF2B5EF4-FFF2-40B4-BE49-F238E27FC236}">
                <a16:creationId xmlns:a16="http://schemas.microsoft.com/office/drawing/2014/main" id="{DEBB524E-5A84-8775-0998-D7CE79E36DCD}"/>
              </a:ext>
            </a:extLst>
          </p:cNvPr>
          <p:cNvSpPr>
            <a:spLocks noGrp="1"/>
          </p:cNvSpPr>
          <p:nvPr>
            <p:ph sz="quarter" idx="16"/>
          </p:nvPr>
        </p:nvSpPr>
        <p:spPr>
          <a:xfrm>
            <a:off x="4239426" y="3482975"/>
            <a:ext cx="3310128"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2">
            <a:extLst>
              <a:ext uri="{FF2B5EF4-FFF2-40B4-BE49-F238E27FC236}">
                <a16:creationId xmlns:a16="http://schemas.microsoft.com/office/drawing/2014/main" id="{0FB583A4-A0D5-B473-CEAF-7EDB869751B3}"/>
              </a:ext>
            </a:extLst>
          </p:cNvPr>
          <p:cNvSpPr>
            <a:spLocks noGrp="1"/>
          </p:cNvSpPr>
          <p:nvPr>
            <p:ph sz="quarter" idx="17"/>
          </p:nvPr>
        </p:nvSpPr>
        <p:spPr>
          <a:xfrm>
            <a:off x="8071461" y="3482975"/>
            <a:ext cx="3310128"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itle 14">
            <a:extLst>
              <a:ext uri="{FF2B5EF4-FFF2-40B4-BE49-F238E27FC236}">
                <a16:creationId xmlns:a16="http://schemas.microsoft.com/office/drawing/2014/main" id="{FF63D470-D7BD-0CB6-AB02-AD298B18C3E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0104545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Four Content Infographic">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370062"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3267108"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6153663"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11" name="Content Placeholder 2">
            <a:extLst>
              <a:ext uri="{FF2B5EF4-FFF2-40B4-BE49-F238E27FC236}">
                <a16:creationId xmlns:a16="http://schemas.microsoft.com/office/drawing/2014/main" id="{11C89EB2-461C-D9DB-DBF2-EA17EA40A6C1}"/>
              </a:ext>
            </a:extLst>
          </p:cNvPr>
          <p:cNvSpPr>
            <a:spLocks noGrp="1"/>
          </p:cNvSpPr>
          <p:nvPr>
            <p:ph idx="16" hasCustomPrompt="1"/>
          </p:nvPr>
        </p:nvSpPr>
        <p:spPr>
          <a:xfrm>
            <a:off x="9050976"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9"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13"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Title 2">
            <a:extLst>
              <a:ext uri="{FF2B5EF4-FFF2-40B4-BE49-F238E27FC236}">
                <a16:creationId xmlns:a16="http://schemas.microsoft.com/office/drawing/2014/main" id="{B7CEDE5A-24B5-302A-F9C9-38D8A4ED15EA}"/>
              </a:ext>
            </a:extLst>
          </p:cNvPr>
          <p:cNvSpPr>
            <a:spLocks noGrp="1"/>
          </p:cNvSpPr>
          <p:nvPr>
            <p:ph type="title"/>
          </p:nvPr>
        </p:nvSpPr>
        <p:spPr/>
        <p:txBody>
          <a:bodyPr/>
          <a:lstStyle/>
          <a:p>
            <a:r>
              <a:rPr lang="en-US"/>
              <a:t>Click to edit Master title style</a:t>
            </a:r>
            <a:endParaRPr lang="en-GB"/>
          </a:p>
        </p:txBody>
      </p:sp>
      <p:sp>
        <p:nvSpPr>
          <p:cNvPr id="16" name="Content Placeholder 15">
            <a:extLst>
              <a:ext uri="{FF2B5EF4-FFF2-40B4-BE49-F238E27FC236}">
                <a16:creationId xmlns:a16="http://schemas.microsoft.com/office/drawing/2014/main" id="{44F1DDBE-5AF8-4AE5-035D-1455CB11941A}"/>
              </a:ext>
            </a:extLst>
          </p:cNvPr>
          <p:cNvSpPr>
            <a:spLocks noGrp="1"/>
          </p:cNvSpPr>
          <p:nvPr>
            <p:ph sz="quarter" idx="17"/>
          </p:nvPr>
        </p:nvSpPr>
        <p:spPr>
          <a:xfrm>
            <a:off x="369888"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5">
            <a:extLst>
              <a:ext uri="{FF2B5EF4-FFF2-40B4-BE49-F238E27FC236}">
                <a16:creationId xmlns:a16="http://schemas.microsoft.com/office/drawing/2014/main" id="{0506503A-B70F-E2C2-7E96-19228D38F73B}"/>
              </a:ext>
            </a:extLst>
          </p:cNvPr>
          <p:cNvSpPr>
            <a:spLocks noGrp="1"/>
          </p:cNvSpPr>
          <p:nvPr>
            <p:ph sz="quarter" idx="18"/>
          </p:nvPr>
        </p:nvSpPr>
        <p:spPr>
          <a:xfrm>
            <a:off x="3271236"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5">
            <a:extLst>
              <a:ext uri="{FF2B5EF4-FFF2-40B4-BE49-F238E27FC236}">
                <a16:creationId xmlns:a16="http://schemas.microsoft.com/office/drawing/2014/main" id="{099901CA-C5DD-EA1C-B029-123F8C580614}"/>
              </a:ext>
            </a:extLst>
          </p:cNvPr>
          <p:cNvSpPr>
            <a:spLocks noGrp="1"/>
          </p:cNvSpPr>
          <p:nvPr>
            <p:ph sz="quarter" idx="19"/>
          </p:nvPr>
        </p:nvSpPr>
        <p:spPr>
          <a:xfrm>
            <a:off x="6149975"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Content Placeholder 15">
            <a:extLst>
              <a:ext uri="{FF2B5EF4-FFF2-40B4-BE49-F238E27FC236}">
                <a16:creationId xmlns:a16="http://schemas.microsoft.com/office/drawing/2014/main" id="{066BC0D1-1139-9685-3799-963F80B0C907}"/>
              </a:ext>
            </a:extLst>
          </p:cNvPr>
          <p:cNvSpPr>
            <a:spLocks noGrp="1"/>
          </p:cNvSpPr>
          <p:nvPr>
            <p:ph sz="quarter" idx="20"/>
          </p:nvPr>
        </p:nvSpPr>
        <p:spPr>
          <a:xfrm>
            <a:off x="9047405"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9749986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CC47810-5636-CCFE-D491-CAD999BC70CF}"/>
              </a:ext>
            </a:extLst>
          </p:cNvPr>
          <p:cNvSpPr>
            <a:spLocks noGrp="1"/>
          </p:cNvSpPr>
          <p:nvPr>
            <p:ph type="chart" sz="quarter" idx="10"/>
          </p:nvPr>
        </p:nvSpPr>
        <p:spPr>
          <a:xfrm>
            <a:off x="5188305" y="1930138"/>
            <a:ext cx="5670195" cy="4042037"/>
          </a:xfrm>
        </p:spPr>
        <p:txBody>
          <a:bodyPr/>
          <a:lstStyle>
            <a:lvl1pPr algn="ctr">
              <a:defRPr/>
            </a:lvl1pPr>
          </a:lstStyle>
          <a:p>
            <a:r>
              <a:rPr lang="en-US"/>
              <a:t>Click icon to add chart</a:t>
            </a:r>
          </a:p>
        </p:txBody>
      </p:sp>
      <p:sp>
        <p:nvSpPr>
          <p:cNvPr id="2" name="Footer Placeholder 4">
            <a:extLst>
              <a:ext uri="{FF2B5EF4-FFF2-40B4-BE49-F238E27FC236}">
                <a16:creationId xmlns:a16="http://schemas.microsoft.com/office/drawing/2014/main" id="{6125A049-51AB-8CE0-1E82-0861CFA1A20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3" name="Slide Number Placeholder 13">
            <a:extLst>
              <a:ext uri="{FF2B5EF4-FFF2-40B4-BE49-F238E27FC236}">
                <a16:creationId xmlns:a16="http://schemas.microsoft.com/office/drawing/2014/main" id="{370151B8-84D5-0F32-8BA4-AF23D992BD3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itle 3">
            <a:extLst>
              <a:ext uri="{FF2B5EF4-FFF2-40B4-BE49-F238E27FC236}">
                <a16:creationId xmlns:a16="http://schemas.microsoft.com/office/drawing/2014/main" id="{B3172550-E933-8167-0222-DD1326B01A64}"/>
              </a:ext>
            </a:extLst>
          </p:cNvPr>
          <p:cNvSpPr>
            <a:spLocks noGrp="1"/>
          </p:cNvSpPr>
          <p:nvPr>
            <p:ph type="title"/>
          </p:nvPr>
        </p:nvSpPr>
        <p:spPr/>
        <p:txBody>
          <a:bodyPr/>
          <a:lstStyle/>
          <a:p>
            <a:r>
              <a:rPr lang="en-US"/>
              <a:t>Click to edit Master title style</a:t>
            </a:r>
            <a:endParaRPr lang="en-GB"/>
          </a:p>
        </p:txBody>
      </p:sp>
      <p:sp>
        <p:nvSpPr>
          <p:cNvPr id="8" name="Content Placeholder 7">
            <a:extLst>
              <a:ext uri="{FF2B5EF4-FFF2-40B4-BE49-F238E27FC236}">
                <a16:creationId xmlns:a16="http://schemas.microsoft.com/office/drawing/2014/main" id="{40478187-E2B9-385E-A350-C3EAF7AF28EC}"/>
              </a:ext>
            </a:extLst>
          </p:cNvPr>
          <p:cNvSpPr>
            <a:spLocks noGrp="1"/>
          </p:cNvSpPr>
          <p:nvPr>
            <p:ph sz="quarter" idx="11"/>
          </p:nvPr>
        </p:nvSpPr>
        <p:spPr>
          <a:xfrm>
            <a:off x="368300" y="3482975"/>
            <a:ext cx="3746500" cy="248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556618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Four Team Images">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370062" y="1938393"/>
            <a:ext cx="2696610" cy="2403473"/>
          </a:xfrm>
          <a:solidFill>
            <a:schemeClr val="bg1">
              <a:lumMod val="85000"/>
            </a:schemeClr>
          </a:solidFill>
        </p:spPr>
        <p:txBody>
          <a:bodyPr tIns="365760"/>
          <a:lstStyle>
            <a:lvl1pPr algn="ctr">
              <a:defRPr/>
            </a:lvl1pPr>
          </a:lstStyle>
          <a:p>
            <a:r>
              <a:rPr lang="en-US"/>
              <a:t>Click icon to add picture</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67127" y="1938393"/>
            <a:ext cx="2696610" cy="2403473"/>
          </a:xfrm>
          <a:solidFill>
            <a:schemeClr val="bg1">
              <a:lumMod val="85000"/>
            </a:schemeClr>
          </a:solidFill>
        </p:spPr>
        <p:txBody>
          <a:bodyPr tIns="365760"/>
          <a:lstStyle>
            <a:lvl1pPr algn="ctr">
              <a:defRPr/>
            </a:lvl1pPr>
          </a:lstStyle>
          <a:p>
            <a:r>
              <a:rPr lang="en-US"/>
              <a:t>Click icon to add picture</a:t>
            </a:r>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60423" y="1938393"/>
            <a:ext cx="2696610" cy="2403473"/>
          </a:xfrm>
          <a:solidFill>
            <a:schemeClr val="bg1">
              <a:lumMod val="85000"/>
            </a:schemeClr>
          </a:solidFill>
        </p:spPr>
        <p:txBody>
          <a:bodyPr tIns="365760"/>
          <a:lstStyle>
            <a:lvl1pPr algn="ctr">
              <a:defRPr/>
            </a:lvl1pPr>
          </a:lstStyle>
          <a:p>
            <a:r>
              <a:rPr lang="en-US"/>
              <a:t>Click icon to add picture</a:t>
            </a:r>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48340" y="1938393"/>
            <a:ext cx="2696610" cy="2403473"/>
          </a:xfrm>
          <a:solidFill>
            <a:schemeClr val="bg1">
              <a:lumMod val="85000"/>
            </a:schemeClr>
          </a:solidFill>
        </p:spPr>
        <p:txBody>
          <a:bodyPr tIns="365760"/>
          <a:lstStyle>
            <a:lvl1pPr algn="ctr">
              <a:defRPr/>
            </a:lvl1pPr>
          </a:lstStyle>
          <a:p>
            <a:r>
              <a:rPr lang="en-US"/>
              <a:t>Click icon to add picture</a:t>
            </a:r>
          </a:p>
        </p:txBody>
      </p:sp>
      <p:sp>
        <p:nvSpPr>
          <p:cNvPr id="4" name="Footer Placeholder 4">
            <a:extLst>
              <a:ext uri="{FF2B5EF4-FFF2-40B4-BE49-F238E27FC236}">
                <a16:creationId xmlns:a16="http://schemas.microsoft.com/office/drawing/2014/main" id="{9475B69A-CAC3-88B9-5B3E-2AF1362EFDB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07859335-E39D-1388-375F-FAA342F28BB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1A35449-0894-A02C-8F55-DCFAB1AE42A2}"/>
              </a:ext>
            </a:extLst>
          </p:cNvPr>
          <p:cNvSpPr>
            <a:spLocks noGrp="1"/>
          </p:cNvSpPr>
          <p:nvPr>
            <p:ph type="title"/>
          </p:nvPr>
        </p:nvSpPr>
        <p:spPr/>
        <p:txBody>
          <a:bodyPr/>
          <a:lstStyle/>
          <a:p>
            <a:r>
              <a:rPr lang="en-US"/>
              <a:t>Click to edit Master title style</a:t>
            </a:r>
            <a:endParaRPr lang="en-GB"/>
          </a:p>
        </p:txBody>
      </p:sp>
      <p:sp>
        <p:nvSpPr>
          <p:cNvPr id="8" name="Content Placeholder 7">
            <a:extLst>
              <a:ext uri="{FF2B5EF4-FFF2-40B4-BE49-F238E27FC236}">
                <a16:creationId xmlns:a16="http://schemas.microsoft.com/office/drawing/2014/main" id="{EAA4954E-F516-8DC7-20A3-B649BF255769}"/>
              </a:ext>
            </a:extLst>
          </p:cNvPr>
          <p:cNvSpPr>
            <a:spLocks noGrp="1"/>
          </p:cNvSpPr>
          <p:nvPr>
            <p:ph sz="quarter" idx="24"/>
          </p:nvPr>
        </p:nvSpPr>
        <p:spPr>
          <a:xfrm>
            <a:off x="368300" y="4518025"/>
            <a:ext cx="2696610" cy="1562100"/>
          </a:xfrm>
        </p:spPr>
        <p:txBody>
          <a:bodyPr/>
          <a:lstStyle/>
          <a:p>
            <a:pPr lvl="0"/>
            <a:r>
              <a:rPr lang="en-US"/>
              <a:t>Click to edit Master text styles</a:t>
            </a:r>
          </a:p>
          <a:p>
            <a:pPr lvl="1"/>
            <a:r>
              <a:rPr lang="en-US"/>
              <a:t>Second level</a:t>
            </a:r>
          </a:p>
          <a:p>
            <a:pPr lvl="2"/>
            <a:r>
              <a:rPr lang="en-US"/>
              <a:t>Third level</a:t>
            </a:r>
          </a:p>
        </p:txBody>
      </p:sp>
      <p:sp>
        <p:nvSpPr>
          <p:cNvPr id="9" name="Content Placeholder 7">
            <a:extLst>
              <a:ext uri="{FF2B5EF4-FFF2-40B4-BE49-F238E27FC236}">
                <a16:creationId xmlns:a16="http://schemas.microsoft.com/office/drawing/2014/main" id="{B8FE92CD-7709-9DB8-6AAE-AA80F067440B}"/>
              </a:ext>
            </a:extLst>
          </p:cNvPr>
          <p:cNvSpPr>
            <a:spLocks noGrp="1"/>
          </p:cNvSpPr>
          <p:nvPr>
            <p:ph sz="quarter" idx="25"/>
          </p:nvPr>
        </p:nvSpPr>
        <p:spPr>
          <a:xfrm>
            <a:off x="3267127" y="4518025"/>
            <a:ext cx="2696610" cy="1562100"/>
          </a:xfrm>
        </p:spPr>
        <p:txBody>
          <a:bodyPr/>
          <a:lstStyle/>
          <a:p>
            <a:pPr lvl="0"/>
            <a:r>
              <a:rPr lang="en-US"/>
              <a:t>Click to edit Master text styles</a:t>
            </a:r>
          </a:p>
          <a:p>
            <a:pPr lvl="1"/>
            <a:r>
              <a:rPr lang="en-US"/>
              <a:t>Second level</a:t>
            </a:r>
          </a:p>
          <a:p>
            <a:pPr lvl="2"/>
            <a:r>
              <a:rPr lang="en-US"/>
              <a:t>Third level</a:t>
            </a:r>
          </a:p>
        </p:txBody>
      </p:sp>
      <p:sp>
        <p:nvSpPr>
          <p:cNvPr id="10" name="Content Placeholder 7">
            <a:extLst>
              <a:ext uri="{FF2B5EF4-FFF2-40B4-BE49-F238E27FC236}">
                <a16:creationId xmlns:a16="http://schemas.microsoft.com/office/drawing/2014/main" id="{A2951703-E32B-EAF8-80B8-BAFE647F14A4}"/>
              </a:ext>
            </a:extLst>
          </p:cNvPr>
          <p:cNvSpPr>
            <a:spLocks noGrp="1"/>
          </p:cNvSpPr>
          <p:nvPr>
            <p:ph sz="quarter" idx="26"/>
          </p:nvPr>
        </p:nvSpPr>
        <p:spPr>
          <a:xfrm>
            <a:off x="6151846" y="4518025"/>
            <a:ext cx="2696610" cy="1562100"/>
          </a:xfrm>
        </p:spPr>
        <p:txBody>
          <a:bodyPr/>
          <a:lstStyle/>
          <a:p>
            <a:pPr lvl="0"/>
            <a:r>
              <a:rPr lang="en-US"/>
              <a:t>Click to edit Master text styles</a:t>
            </a:r>
          </a:p>
          <a:p>
            <a:pPr lvl="1"/>
            <a:r>
              <a:rPr lang="en-US"/>
              <a:t>Second level</a:t>
            </a:r>
          </a:p>
          <a:p>
            <a:pPr lvl="2"/>
            <a:r>
              <a:rPr lang="en-US"/>
              <a:t>Third level</a:t>
            </a:r>
          </a:p>
        </p:txBody>
      </p:sp>
      <p:sp>
        <p:nvSpPr>
          <p:cNvPr id="13" name="Content Placeholder 7">
            <a:extLst>
              <a:ext uri="{FF2B5EF4-FFF2-40B4-BE49-F238E27FC236}">
                <a16:creationId xmlns:a16="http://schemas.microsoft.com/office/drawing/2014/main" id="{66FE3CF3-7037-DD51-3661-1034378DCD33}"/>
              </a:ext>
            </a:extLst>
          </p:cNvPr>
          <p:cNvSpPr>
            <a:spLocks noGrp="1"/>
          </p:cNvSpPr>
          <p:nvPr>
            <p:ph sz="quarter" idx="27"/>
          </p:nvPr>
        </p:nvSpPr>
        <p:spPr>
          <a:xfrm>
            <a:off x="9048340" y="4518025"/>
            <a:ext cx="2696610" cy="1562100"/>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4941504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Four Team Images 2">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370586" y="1924016"/>
            <a:ext cx="2696610" cy="1927865"/>
          </a:xfrm>
          <a:solidFill>
            <a:schemeClr val="bg1">
              <a:lumMod val="85000"/>
            </a:schemeClr>
          </a:solidFill>
        </p:spPr>
        <p:txBody>
          <a:bodyPr tIns="365760"/>
          <a:lstStyle>
            <a:lvl1pPr algn="ctr">
              <a:defRPr/>
            </a:lvl1pPr>
          </a:lstStyle>
          <a:p>
            <a:r>
              <a:rPr lang="en-US"/>
              <a:t>Click icon to add picture</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68300" y="4012229"/>
            <a:ext cx="2696610" cy="1927865"/>
          </a:xfrm>
          <a:solidFill>
            <a:schemeClr val="bg1">
              <a:lumMod val="85000"/>
            </a:schemeClr>
          </a:solidFill>
        </p:spPr>
        <p:txBody>
          <a:bodyPr tIns="365760"/>
          <a:lstStyle>
            <a:lvl1pPr algn="ctr">
              <a:defRPr/>
            </a:lvl1pPr>
          </a:lstStyle>
          <a:p>
            <a:r>
              <a:rPr lang="en-US"/>
              <a:t>Click icon to add picture</a:t>
            </a:r>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55682" y="1927615"/>
            <a:ext cx="2696610" cy="1927865"/>
          </a:xfrm>
          <a:solidFill>
            <a:schemeClr val="bg1">
              <a:lumMod val="85000"/>
            </a:schemeClr>
          </a:solidFill>
        </p:spPr>
        <p:txBody>
          <a:bodyPr tIns="365760"/>
          <a:lstStyle>
            <a:lvl1pPr algn="ctr">
              <a:defRPr/>
            </a:lvl1pPr>
          </a:lstStyle>
          <a:p>
            <a:r>
              <a:rPr lang="en-US"/>
              <a:t>Click icon to add picture</a:t>
            </a:r>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55682" y="4006850"/>
            <a:ext cx="2696610" cy="1927865"/>
          </a:xfrm>
          <a:solidFill>
            <a:schemeClr val="bg1">
              <a:lumMod val="85000"/>
            </a:schemeClr>
          </a:solidFill>
        </p:spPr>
        <p:txBody>
          <a:bodyPr tIns="36576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1CE233FD-F166-12B7-E028-644C10A7A4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6D9BE817-73F1-BA98-D196-7E3B7737E8E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DA84C67F-7F12-B485-C133-367619428FBC}"/>
              </a:ext>
            </a:extLst>
          </p:cNvPr>
          <p:cNvSpPr>
            <a:spLocks noGrp="1"/>
          </p:cNvSpPr>
          <p:nvPr>
            <p:ph type="title"/>
          </p:nvPr>
        </p:nvSpPr>
        <p:spPr/>
        <p:txBody>
          <a:bodyPr/>
          <a:lstStyle/>
          <a:p>
            <a:r>
              <a:rPr lang="en-US"/>
              <a:t>Click to edit Master title style</a:t>
            </a:r>
            <a:endParaRPr lang="en-GB"/>
          </a:p>
        </p:txBody>
      </p:sp>
      <p:sp>
        <p:nvSpPr>
          <p:cNvPr id="13" name="Content Placeholder 12">
            <a:extLst>
              <a:ext uri="{FF2B5EF4-FFF2-40B4-BE49-F238E27FC236}">
                <a16:creationId xmlns:a16="http://schemas.microsoft.com/office/drawing/2014/main" id="{C4995FEB-FD4F-B089-F6E6-2920F4574AB5}"/>
              </a:ext>
            </a:extLst>
          </p:cNvPr>
          <p:cNvSpPr>
            <a:spLocks noGrp="1"/>
          </p:cNvSpPr>
          <p:nvPr>
            <p:ph sz="quarter" idx="28"/>
          </p:nvPr>
        </p:nvSpPr>
        <p:spPr>
          <a:xfrm>
            <a:off x="3257550" y="1924016"/>
            <a:ext cx="2784475"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12">
            <a:extLst>
              <a:ext uri="{FF2B5EF4-FFF2-40B4-BE49-F238E27FC236}">
                <a16:creationId xmlns:a16="http://schemas.microsoft.com/office/drawing/2014/main" id="{27422C95-30AE-DA35-26C7-4D859468EE89}"/>
              </a:ext>
            </a:extLst>
          </p:cNvPr>
          <p:cNvSpPr>
            <a:spLocks noGrp="1"/>
          </p:cNvSpPr>
          <p:nvPr>
            <p:ph sz="quarter" idx="29"/>
          </p:nvPr>
        </p:nvSpPr>
        <p:spPr>
          <a:xfrm>
            <a:off x="3257550" y="4006850"/>
            <a:ext cx="2784475"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2">
            <a:extLst>
              <a:ext uri="{FF2B5EF4-FFF2-40B4-BE49-F238E27FC236}">
                <a16:creationId xmlns:a16="http://schemas.microsoft.com/office/drawing/2014/main" id="{EB8C9608-59D0-BF46-B719-9598B6A020EF}"/>
              </a:ext>
            </a:extLst>
          </p:cNvPr>
          <p:cNvSpPr>
            <a:spLocks noGrp="1"/>
          </p:cNvSpPr>
          <p:nvPr>
            <p:ph sz="quarter" idx="30"/>
          </p:nvPr>
        </p:nvSpPr>
        <p:spPr>
          <a:xfrm>
            <a:off x="9045164" y="1924016"/>
            <a:ext cx="2784475"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2">
            <a:extLst>
              <a:ext uri="{FF2B5EF4-FFF2-40B4-BE49-F238E27FC236}">
                <a16:creationId xmlns:a16="http://schemas.microsoft.com/office/drawing/2014/main" id="{83B437C6-3E7C-2B00-379C-58EBBE522843}"/>
              </a:ext>
            </a:extLst>
          </p:cNvPr>
          <p:cNvSpPr>
            <a:spLocks noGrp="1"/>
          </p:cNvSpPr>
          <p:nvPr>
            <p:ph sz="quarter" idx="31"/>
          </p:nvPr>
        </p:nvSpPr>
        <p:spPr>
          <a:xfrm>
            <a:off x="9045164" y="4006850"/>
            <a:ext cx="2784475"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4232993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9049CDF5-8A8F-79F6-E93E-E0A712397C7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36778987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F688FCD4-650D-9754-A431-CE452572FB6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E49962D1-3866-8382-AE37-FC366FF574B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8096424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F8F99880-94B3-9D84-6F85-4EE14C59C385}"/>
              </a:ext>
            </a:extLst>
          </p:cNvPr>
          <p:cNvPicPr/>
          <p:nvPr userDrawn="1"/>
        </p:nvPicPr>
        <p:blipFill>
          <a:blip r:embed="rId2" cstate="print"/>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1957033"/>
            <a:ext cx="6629400" cy="1482725"/>
          </a:xfrm>
        </p:spPr>
        <p:txBody>
          <a:bodyPr anchor="t" anchorCtr="0"/>
          <a:lstStyle>
            <a:lvl1pPr algn="l">
              <a:lnSpc>
                <a:spcPct val="80000"/>
              </a:lnSpc>
              <a:spcBef>
                <a:spcPts val="1200"/>
              </a:spcBef>
              <a:defRPr sz="6600"/>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hasCustomPrompt="1"/>
          </p:nvPr>
        </p:nvSpPr>
        <p:spPr>
          <a:xfrm>
            <a:off x="5197150" y="4823926"/>
            <a:ext cx="6604325" cy="1655540"/>
          </a:xfrm>
        </p:spPr>
        <p:txBody>
          <a:bodyPr bIns="36576" anchor="b" anchorCtr="0"/>
          <a:lstStyle>
            <a:lvl1pPr marL="0" indent="0" algn="l">
              <a:lnSpc>
                <a:spcPct val="125000"/>
              </a:lnSpc>
              <a:spcBef>
                <a:spcPts val="100"/>
              </a:spcBef>
              <a:spcAft>
                <a:spcPts val="0"/>
              </a:spcAft>
              <a:buNone/>
              <a:defRPr sz="1100" b="0">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legal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349554448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1428750"/>
            <a:ext cx="8520907" cy="1933344"/>
          </a:xfrm>
        </p:spPr>
        <p:txBody>
          <a:bodyPr anchor="b"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370062" y="3490335"/>
            <a:ext cx="8520908" cy="1422978"/>
          </a:xfrm>
        </p:spPr>
        <p:txBody>
          <a:bodyPr/>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9618646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157" y="1957425"/>
            <a:ext cx="5229304" cy="2441537"/>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6157914" y="1930530"/>
            <a:ext cx="4681536" cy="2441538"/>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70157"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256323286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Conclusion Photo 1">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0978934B-5525-9236-62EF-C2B06F0BCC18}"/>
              </a:ext>
              <a:ext uri="{C183D7F6-B498-43B3-948B-1728B52AA6E4}">
                <adec:decorative xmlns:adec="http://schemas.microsoft.com/office/drawing/2017/decorative" val="1"/>
              </a:ext>
            </a:extLst>
          </p:cNvPr>
          <p:cNvSpPr>
            <a:spLocks noGrp="1"/>
          </p:cNvSpPr>
          <p:nvPr>
            <p:ph type="pic" sz="quarter" idx="11"/>
          </p:nvPr>
        </p:nvSpPr>
        <p:spPr>
          <a:xfrm>
            <a:off x="370062" y="373155"/>
            <a:ext cx="11453638" cy="3516220"/>
          </a:xfrm>
          <a:solidFill>
            <a:schemeClr val="bg2"/>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4437010"/>
            <a:ext cx="5630031" cy="1541462"/>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7119939" y="4415493"/>
            <a:ext cx="4681536" cy="1541463"/>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422520253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lusion 5">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1873B9CA-C271-768C-0B16-88845540153B}"/>
              </a:ext>
            </a:extLst>
          </p:cNvPr>
          <p:cNvPicPr/>
          <p:nvPr userDrawn="1"/>
        </p:nvPicPr>
        <p:blipFill>
          <a:blip r:embed="rId2" cstate="print"/>
          <a:stretch>
            <a:fillRect/>
          </a:stretch>
        </p:blipFill>
        <p:spPr>
          <a:xfrm>
            <a:off x="0" y="0"/>
            <a:ext cx="12188952" cy="6858000"/>
          </a:xfrm>
          <a:prstGeom prst="rect">
            <a:avLst/>
          </a:prstGeom>
        </p:spPr>
      </p:pic>
      <p:sp>
        <p:nvSpPr>
          <p:cNvPr id="6" name="TextBox 5">
            <a:extLst>
              <a:ext uri="{FF2B5EF4-FFF2-40B4-BE49-F238E27FC236}">
                <a16:creationId xmlns:a16="http://schemas.microsoft.com/office/drawing/2014/main" id="{0556A229-FEBB-D152-453C-CB7311E22927}"/>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
        <p:nvSpPr>
          <p:cNvPr id="4" name="Title 3">
            <a:extLst>
              <a:ext uri="{FF2B5EF4-FFF2-40B4-BE49-F238E27FC236}">
                <a16:creationId xmlns:a16="http://schemas.microsoft.com/office/drawing/2014/main" id="{04760CE5-544A-F30C-8082-D31FCC54B7F2}"/>
              </a:ext>
            </a:extLst>
          </p:cNvPr>
          <p:cNvSpPr>
            <a:spLocks noGrp="1"/>
          </p:cNvSpPr>
          <p:nvPr>
            <p:ph type="title"/>
          </p:nvPr>
        </p:nvSpPr>
        <p:spPr/>
        <p:txBody>
          <a:bodyPr/>
          <a:lstStyle/>
          <a:p>
            <a:r>
              <a:rPr lang="en-US"/>
              <a:t>Click to edit Master title style</a:t>
            </a:r>
            <a:endParaRPr lang="en-GB"/>
          </a:p>
        </p:txBody>
      </p:sp>
      <p:sp>
        <p:nvSpPr>
          <p:cNvPr id="7" name="Content Placeholder 6">
            <a:extLst>
              <a:ext uri="{FF2B5EF4-FFF2-40B4-BE49-F238E27FC236}">
                <a16:creationId xmlns:a16="http://schemas.microsoft.com/office/drawing/2014/main" id="{B125B3EF-B02C-F8B5-CF3D-C9F9193AA5BE}"/>
              </a:ext>
            </a:extLst>
          </p:cNvPr>
          <p:cNvSpPr>
            <a:spLocks noGrp="1"/>
          </p:cNvSpPr>
          <p:nvPr>
            <p:ph sz="quarter" idx="10"/>
          </p:nvPr>
        </p:nvSpPr>
        <p:spPr>
          <a:xfrm>
            <a:off x="368300" y="1924050"/>
            <a:ext cx="8523288"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8046155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One Content">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6544" y="402336"/>
            <a:ext cx="11394931" cy="40093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6544" y="1400175"/>
            <a:ext cx="11394931" cy="4000502"/>
          </a:xfrm>
        </p:spPr>
        <p:txBody>
          <a:bodyPr/>
          <a:lstStyle>
            <a:lvl1pPr>
              <a:spcAft>
                <a:spcPts val="1200"/>
              </a:spcAft>
              <a:defRPr sz="16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pPr algn="l"/>
            <a:r>
              <a:rPr lang="en-US"/>
              <a:t>Accelerating Risk Transformation through Agentic AI</a:t>
            </a:r>
          </a:p>
        </p:txBody>
      </p:sp>
    </p:spTree>
    <p:extLst>
      <p:ext uri="{BB962C8B-B14F-4D97-AF65-F5344CB8AC3E}">
        <p14:creationId xmlns:p14="http://schemas.microsoft.com/office/powerpoint/2010/main" val="377506881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Blank - White">
  <p:cSld name="Blank - White">
    <p:spTree>
      <p:nvGrpSpPr>
        <p:cNvPr id="1" name="Shape 51"/>
        <p:cNvGrpSpPr/>
        <p:nvPr/>
      </p:nvGrpSpPr>
      <p:grpSpPr>
        <a:xfrm>
          <a:off x="0" y="0"/>
          <a:ext cx="0" cy="0"/>
          <a:chOff x="0" y="0"/>
          <a:chExt cx="0" cy="0"/>
        </a:xfrm>
      </p:grpSpPr>
      <p:sp>
        <p:nvSpPr>
          <p:cNvPr id="52" name="Google Shape;52;p2"/>
          <p:cNvSpPr txBox="1">
            <a:spLocks noGrp="1"/>
          </p:cNvSpPr>
          <p:nvPr>
            <p:ph type="sldNum" idx="12"/>
          </p:nvPr>
        </p:nvSpPr>
        <p:spPr>
          <a:xfrm>
            <a:off x="11176000" y="6542800"/>
            <a:ext cx="572800" cy="123200"/>
          </a:xfrm>
          <a:prstGeom prst="rect">
            <a:avLst/>
          </a:prstGeom>
        </p:spPr>
        <p:txBody>
          <a:bodyPr spcFirstLastPara="1" wrap="square" lIns="0" tIns="0" rIns="0" bIns="0" anchor="ctr" anchorCtr="0">
            <a:noAutofit/>
          </a:bodyPr>
          <a:lstStyle>
            <a:lvl1pPr lvl="0" algn="r" rtl="0">
              <a:buNone/>
              <a:defRPr>
                <a:solidFill>
                  <a:schemeClr val="dk1"/>
                </a:solidFill>
                <a:latin typeface="Helvetica Neue Light"/>
                <a:ea typeface="Helvetica Neue Light"/>
                <a:cs typeface="Helvetica Neue Light"/>
                <a:sym typeface="Helvetica Neue Light"/>
              </a:defRPr>
            </a:lvl1pPr>
            <a:lvl2pPr lvl="1" algn="r" rtl="0">
              <a:buNone/>
              <a:defRPr>
                <a:solidFill>
                  <a:schemeClr val="dk1"/>
                </a:solidFill>
                <a:latin typeface="Helvetica Neue Light"/>
                <a:ea typeface="Helvetica Neue Light"/>
                <a:cs typeface="Helvetica Neue Light"/>
                <a:sym typeface="Helvetica Neue Light"/>
              </a:defRPr>
            </a:lvl2pPr>
            <a:lvl3pPr lvl="2" algn="r" rtl="0">
              <a:buNone/>
              <a:defRPr>
                <a:solidFill>
                  <a:schemeClr val="dk1"/>
                </a:solidFill>
                <a:latin typeface="Helvetica Neue Light"/>
                <a:ea typeface="Helvetica Neue Light"/>
                <a:cs typeface="Helvetica Neue Light"/>
                <a:sym typeface="Helvetica Neue Light"/>
              </a:defRPr>
            </a:lvl3pPr>
            <a:lvl4pPr lvl="3" algn="r" rtl="0">
              <a:buNone/>
              <a:defRPr>
                <a:solidFill>
                  <a:schemeClr val="dk1"/>
                </a:solidFill>
                <a:latin typeface="Helvetica Neue Light"/>
                <a:ea typeface="Helvetica Neue Light"/>
                <a:cs typeface="Helvetica Neue Light"/>
                <a:sym typeface="Helvetica Neue Light"/>
              </a:defRPr>
            </a:lvl4pPr>
            <a:lvl5pPr lvl="4" algn="r" rtl="0">
              <a:buNone/>
              <a:defRPr>
                <a:solidFill>
                  <a:schemeClr val="dk1"/>
                </a:solidFill>
                <a:latin typeface="Helvetica Neue Light"/>
                <a:ea typeface="Helvetica Neue Light"/>
                <a:cs typeface="Helvetica Neue Light"/>
                <a:sym typeface="Helvetica Neue Light"/>
              </a:defRPr>
            </a:lvl5pPr>
            <a:lvl6pPr lvl="5" algn="r" rtl="0">
              <a:buNone/>
              <a:defRPr>
                <a:solidFill>
                  <a:schemeClr val="dk1"/>
                </a:solidFill>
                <a:latin typeface="Helvetica Neue Light"/>
                <a:ea typeface="Helvetica Neue Light"/>
                <a:cs typeface="Helvetica Neue Light"/>
                <a:sym typeface="Helvetica Neue Light"/>
              </a:defRPr>
            </a:lvl6pPr>
            <a:lvl7pPr lvl="6" algn="r" rtl="0">
              <a:buNone/>
              <a:defRPr>
                <a:solidFill>
                  <a:schemeClr val="dk1"/>
                </a:solidFill>
                <a:latin typeface="Helvetica Neue Light"/>
                <a:ea typeface="Helvetica Neue Light"/>
                <a:cs typeface="Helvetica Neue Light"/>
                <a:sym typeface="Helvetica Neue Light"/>
              </a:defRPr>
            </a:lvl7pPr>
            <a:lvl8pPr lvl="7" algn="r" rtl="0">
              <a:buNone/>
              <a:defRPr>
                <a:solidFill>
                  <a:schemeClr val="dk1"/>
                </a:solidFill>
                <a:latin typeface="Helvetica Neue Light"/>
                <a:ea typeface="Helvetica Neue Light"/>
                <a:cs typeface="Helvetica Neue Light"/>
                <a:sym typeface="Helvetica Neue Light"/>
              </a:defRPr>
            </a:lvl8pPr>
            <a:lvl9pPr lvl="8" algn="r" rtl="0">
              <a:buNone/>
              <a:defRPr>
                <a:solidFill>
                  <a:schemeClr val="dk1"/>
                </a:solidFill>
                <a:latin typeface="Helvetica Neue Light"/>
                <a:ea typeface="Helvetica Neue Light"/>
                <a:cs typeface="Helvetica Neue Light"/>
                <a:sym typeface="Helvetica Neue Light"/>
              </a:defRPr>
            </a:lvl9pPr>
          </a:lstStyle>
          <a:p>
            <a:fld id="{10045F39-E384-EA49-987B-3619BE16D9B1}" type="slidenum">
              <a:rPr lang="en-US" smtClean="0"/>
              <a:t>‹#›</a:t>
            </a:fld>
            <a:endParaRPr lang="en-US"/>
          </a:p>
        </p:txBody>
      </p:sp>
      <p:sp>
        <p:nvSpPr>
          <p:cNvPr id="53" name="Google Shape;53;p2"/>
          <p:cNvSpPr txBox="1">
            <a:spLocks noGrp="1"/>
          </p:cNvSpPr>
          <p:nvPr>
            <p:ph type="title"/>
          </p:nvPr>
        </p:nvSpPr>
        <p:spPr>
          <a:xfrm>
            <a:off x="442925" y="414528"/>
            <a:ext cx="11306000" cy="369332"/>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dk1"/>
              </a:buClr>
              <a:buSzPts val="1800"/>
              <a:buFont typeface="Helvetica Neue Light"/>
              <a:buNone/>
              <a:defRPr sz="2400" i="0" u="none" strike="noStrike" cap="none">
                <a:solidFill>
                  <a:schemeClr val="dk1"/>
                </a:solidFill>
                <a:latin typeface="Georgia" panose="02040502050405020303" pitchFamily="18" charset="0"/>
                <a:ea typeface="Georgia" panose="02040502050405020303" pitchFamily="18" charset="0"/>
                <a:cs typeface="Georgia" panose="02040502050405020303" pitchFamily="18" charset="0"/>
                <a:sym typeface="Helvetica Neue Light"/>
              </a:defRPr>
            </a:lvl1pPr>
            <a:lvl2pPr lvl="1" algn="l" rtl="0">
              <a:lnSpc>
                <a:spcPct val="100000"/>
              </a:lnSpc>
              <a:spcBef>
                <a:spcPts val="0"/>
              </a:spcBef>
              <a:spcAft>
                <a:spcPts val="0"/>
              </a:spcAft>
              <a:buSzPts val="1800"/>
              <a:buFont typeface="Helvetica Neue"/>
              <a:buNone/>
              <a:defRPr sz="2400">
                <a:latin typeface="Helvetica Neue"/>
                <a:ea typeface="Helvetica Neue"/>
                <a:cs typeface="Helvetica Neue"/>
                <a:sym typeface="Helvetica Neue"/>
              </a:defRPr>
            </a:lvl2pPr>
            <a:lvl3pPr lvl="2" algn="l" rtl="0">
              <a:lnSpc>
                <a:spcPct val="100000"/>
              </a:lnSpc>
              <a:spcBef>
                <a:spcPts val="0"/>
              </a:spcBef>
              <a:spcAft>
                <a:spcPts val="0"/>
              </a:spcAft>
              <a:buSzPts val="1800"/>
              <a:buFont typeface="Helvetica Neue"/>
              <a:buNone/>
              <a:defRPr sz="2400">
                <a:latin typeface="Helvetica Neue"/>
                <a:ea typeface="Helvetica Neue"/>
                <a:cs typeface="Helvetica Neue"/>
                <a:sym typeface="Helvetica Neue"/>
              </a:defRPr>
            </a:lvl3pPr>
            <a:lvl4pPr lvl="3" algn="l" rtl="0">
              <a:lnSpc>
                <a:spcPct val="100000"/>
              </a:lnSpc>
              <a:spcBef>
                <a:spcPts val="0"/>
              </a:spcBef>
              <a:spcAft>
                <a:spcPts val="0"/>
              </a:spcAft>
              <a:buSzPts val="1800"/>
              <a:buFont typeface="Helvetica Neue"/>
              <a:buNone/>
              <a:defRPr sz="2400">
                <a:latin typeface="Helvetica Neue"/>
                <a:ea typeface="Helvetica Neue"/>
                <a:cs typeface="Helvetica Neue"/>
                <a:sym typeface="Helvetica Neue"/>
              </a:defRPr>
            </a:lvl4pPr>
            <a:lvl5pPr lvl="4" algn="l" rtl="0">
              <a:lnSpc>
                <a:spcPct val="100000"/>
              </a:lnSpc>
              <a:spcBef>
                <a:spcPts val="0"/>
              </a:spcBef>
              <a:spcAft>
                <a:spcPts val="0"/>
              </a:spcAft>
              <a:buSzPts val="1800"/>
              <a:buFont typeface="Helvetica Neue"/>
              <a:buNone/>
              <a:defRPr sz="2400">
                <a:latin typeface="Helvetica Neue"/>
                <a:ea typeface="Helvetica Neue"/>
                <a:cs typeface="Helvetica Neue"/>
                <a:sym typeface="Helvetica Neue"/>
              </a:defRPr>
            </a:lvl5pPr>
            <a:lvl6pPr lvl="5" algn="l" rtl="0">
              <a:lnSpc>
                <a:spcPct val="100000"/>
              </a:lnSpc>
              <a:spcBef>
                <a:spcPts val="0"/>
              </a:spcBef>
              <a:spcAft>
                <a:spcPts val="0"/>
              </a:spcAft>
              <a:buSzPts val="1800"/>
              <a:buFont typeface="Helvetica Neue"/>
              <a:buNone/>
              <a:defRPr sz="2400">
                <a:latin typeface="Helvetica Neue"/>
                <a:ea typeface="Helvetica Neue"/>
                <a:cs typeface="Helvetica Neue"/>
                <a:sym typeface="Helvetica Neue"/>
              </a:defRPr>
            </a:lvl6pPr>
            <a:lvl7pPr lvl="6" algn="l" rtl="0">
              <a:lnSpc>
                <a:spcPct val="100000"/>
              </a:lnSpc>
              <a:spcBef>
                <a:spcPts val="0"/>
              </a:spcBef>
              <a:spcAft>
                <a:spcPts val="0"/>
              </a:spcAft>
              <a:buSzPts val="1800"/>
              <a:buFont typeface="Helvetica Neue"/>
              <a:buNone/>
              <a:defRPr sz="2400">
                <a:latin typeface="Helvetica Neue"/>
                <a:ea typeface="Helvetica Neue"/>
                <a:cs typeface="Helvetica Neue"/>
                <a:sym typeface="Helvetica Neue"/>
              </a:defRPr>
            </a:lvl7pPr>
            <a:lvl8pPr lvl="7" algn="l" rtl="0">
              <a:lnSpc>
                <a:spcPct val="100000"/>
              </a:lnSpc>
              <a:spcBef>
                <a:spcPts val="0"/>
              </a:spcBef>
              <a:spcAft>
                <a:spcPts val="0"/>
              </a:spcAft>
              <a:buSzPts val="1800"/>
              <a:buFont typeface="Helvetica Neue"/>
              <a:buNone/>
              <a:defRPr sz="2400">
                <a:latin typeface="Helvetica Neue"/>
                <a:ea typeface="Helvetica Neue"/>
                <a:cs typeface="Helvetica Neue"/>
                <a:sym typeface="Helvetica Neue"/>
              </a:defRPr>
            </a:lvl8pPr>
            <a:lvl9pPr lvl="8" algn="l" rtl="0">
              <a:lnSpc>
                <a:spcPct val="100000"/>
              </a:lnSpc>
              <a:spcBef>
                <a:spcPts val="0"/>
              </a:spcBef>
              <a:spcAft>
                <a:spcPts val="0"/>
              </a:spcAft>
              <a:buSzPts val="1800"/>
              <a:buFont typeface="Helvetica Neue"/>
              <a:buNone/>
              <a:defRPr sz="2400">
                <a:latin typeface="Helvetica Neue"/>
                <a:ea typeface="Helvetica Neue"/>
                <a:cs typeface="Helvetica Neue"/>
                <a:sym typeface="Helvetica Neue"/>
              </a:defRPr>
            </a:lvl9pPr>
          </a:lstStyle>
          <a:p>
            <a:r>
              <a:rPr lang="en-US"/>
              <a:t>Click to edit Master title style</a:t>
            </a:r>
            <a:endParaRPr/>
          </a:p>
        </p:txBody>
      </p:sp>
    </p:spTree>
    <p:extLst>
      <p:ext uri="{BB962C8B-B14F-4D97-AF65-F5344CB8AC3E}">
        <p14:creationId xmlns:p14="http://schemas.microsoft.com/office/powerpoint/2010/main" val="316733969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6617C-3BB8-7B79-7273-513B24401F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8F2056-590E-BAFE-B910-DB48BDB71A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5C7030-17E3-95F8-35C1-24F5B80FA4B3}"/>
              </a:ext>
            </a:extLst>
          </p:cNvPr>
          <p:cNvSpPr>
            <a:spLocks noGrp="1"/>
          </p:cNvSpPr>
          <p:nvPr>
            <p:ph type="dt" sz="half" idx="10"/>
          </p:nvPr>
        </p:nvSpPr>
        <p:spPr/>
        <p:txBody>
          <a:bodyPr/>
          <a:lstStyle/>
          <a:p>
            <a:fld id="{8BD8A2E8-58FB-4DAA-8BC0-310C17B09634}" type="datetimeFigureOut">
              <a:rPr lang="en-US" smtClean="0"/>
              <a:t>5/5/2026</a:t>
            </a:fld>
            <a:endParaRPr lang="en-US"/>
          </a:p>
        </p:txBody>
      </p:sp>
      <p:sp>
        <p:nvSpPr>
          <p:cNvPr id="5" name="Footer Placeholder 4">
            <a:extLst>
              <a:ext uri="{FF2B5EF4-FFF2-40B4-BE49-F238E27FC236}">
                <a16:creationId xmlns:a16="http://schemas.microsoft.com/office/drawing/2014/main" id="{22C599EB-DB3C-792D-3B91-7FE486CA9A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8EAE68-618D-792B-0A54-7E53C40EE77C}"/>
              </a:ext>
            </a:extLst>
          </p:cNvPr>
          <p:cNvSpPr>
            <a:spLocks noGrp="1"/>
          </p:cNvSpPr>
          <p:nvPr>
            <p:ph type="sldNum" sz="quarter" idx="12"/>
          </p:nvPr>
        </p:nvSpPr>
        <p:spPr/>
        <p:txBody>
          <a:bodyPr/>
          <a:lstStyle/>
          <a:p>
            <a:fld id="{16C491A4-3D0D-400E-A05A-2C39CD9491A3}" type="slidenum">
              <a:rPr lang="en-US" smtClean="0"/>
              <a:t>‹#›</a:t>
            </a:fld>
            <a:endParaRPr lang="en-US"/>
          </a:p>
        </p:txBody>
      </p:sp>
    </p:spTree>
    <p:extLst>
      <p:ext uri="{BB962C8B-B14F-4D97-AF65-F5344CB8AC3E}">
        <p14:creationId xmlns:p14="http://schemas.microsoft.com/office/powerpoint/2010/main" val="420815931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6DFF4-ED1D-E7AA-3AD1-363E23D909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C4DC6E-1998-8268-D1CB-9EC4040EB3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00AE93-ABD9-850B-83A5-0B5730CE9302}"/>
              </a:ext>
            </a:extLst>
          </p:cNvPr>
          <p:cNvSpPr>
            <a:spLocks noGrp="1"/>
          </p:cNvSpPr>
          <p:nvPr>
            <p:ph type="dt" sz="half" idx="10"/>
          </p:nvPr>
        </p:nvSpPr>
        <p:spPr/>
        <p:txBody>
          <a:bodyPr/>
          <a:lstStyle/>
          <a:p>
            <a:fld id="{8BD8A2E8-58FB-4DAA-8BC0-310C17B09634}" type="datetimeFigureOut">
              <a:rPr lang="en-US" smtClean="0"/>
              <a:t>5/5/2026</a:t>
            </a:fld>
            <a:endParaRPr lang="en-US"/>
          </a:p>
        </p:txBody>
      </p:sp>
      <p:sp>
        <p:nvSpPr>
          <p:cNvPr id="5" name="Footer Placeholder 4">
            <a:extLst>
              <a:ext uri="{FF2B5EF4-FFF2-40B4-BE49-F238E27FC236}">
                <a16:creationId xmlns:a16="http://schemas.microsoft.com/office/drawing/2014/main" id="{CBBF24E6-1AD1-160C-F81F-203922CAA7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71EE7B-F082-D232-D984-96C1120C2625}"/>
              </a:ext>
            </a:extLst>
          </p:cNvPr>
          <p:cNvSpPr>
            <a:spLocks noGrp="1"/>
          </p:cNvSpPr>
          <p:nvPr>
            <p:ph type="sldNum" sz="quarter" idx="12"/>
          </p:nvPr>
        </p:nvSpPr>
        <p:spPr/>
        <p:txBody>
          <a:bodyPr/>
          <a:lstStyle/>
          <a:p>
            <a:fld id="{16C491A4-3D0D-400E-A05A-2C39CD9491A3}" type="slidenum">
              <a:rPr lang="en-US" smtClean="0"/>
              <a:t>‹#›</a:t>
            </a:fld>
            <a:endParaRPr lang="en-US"/>
          </a:p>
        </p:txBody>
      </p:sp>
    </p:spTree>
    <p:extLst>
      <p:ext uri="{BB962C8B-B14F-4D97-AF65-F5344CB8AC3E}">
        <p14:creationId xmlns:p14="http://schemas.microsoft.com/office/powerpoint/2010/main" val="129374294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4F6AB-09DA-AA0E-C458-A794C19811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C299B4-BBCC-9B3F-1984-6291311C9C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998D4D-D8AB-70A4-286F-BAF69D718C64}"/>
              </a:ext>
            </a:extLst>
          </p:cNvPr>
          <p:cNvSpPr>
            <a:spLocks noGrp="1"/>
          </p:cNvSpPr>
          <p:nvPr>
            <p:ph type="dt" sz="half" idx="10"/>
          </p:nvPr>
        </p:nvSpPr>
        <p:spPr/>
        <p:txBody>
          <a:bodyPr/>
          <a:lstStyle/>
          <a:p>
            <a:fld id="{8BD8A2E8-58FB-4DAA-8BC0-310C17B09634}" type="datetimeFigureOut">
              <a:rPr lang="en-US" smtClean="0"/>
              <a:t>5/5/2026</a:t>
            </a:fld>
            <a:endParaRPr lang="en-US"/>
          </a:p>
        </p:txBody>
      </p:sp>
      <p:sp>
        <p:nvSpPr>
          <p:cNvPr id="5" name="Footer Placeholder 4">
            <a:extLst>
              <a:ext uri="{FF2B5EF4-FFF2-40B4-BE49-F238E27FC236}">
                <a16:creationId xmlns:a16="http://schemas.microsoft.com/office/drawing/2014/main" id="{51D8C504-C3A3-0A1B-3FE0-D511F70704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7BF9D9-404B-2D78-D145-C1F7062A91E2}"/>
              </a:ext>
            </a:extLst>
          </p:cNvPr>
          <p:cNvSpPr>
            <a:spLocks noGrp="1"/>
          </p:cNvSpPr>
          <p:nvPr>
            <p:ph type="sldNum" sz="quarter" idx="12"/>
          </p:nvPr>
        </p:nvSpPr>
        <p:spPr/>
        <p:txBody>
          <a:bodyPr/>
          <a:lstStyle/>
          <a:p>
            <a:fld id="{16C491A4-3D0D-400E-A05A-2C39CD9491A3}" type="slidenum">
              <a:rPr lang="en-US" smtClean="0"/>
              <a:t>‹#›</a:t>
            </a:fld>
            <a:endParaRPr lang="en-US"/>
          </a:p>
        </p:txBody>
      </p:sp>
    </p:spTree>
    <p:extLst>
      <p:ext uri="{BB962C8B-B14F-4D97-AF65-F5344CB8AC3E}">
        <p14:creationId xmlns:p14="http://schemas.microsoft.com/office/powerpoint/2010/main" val="11904399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13FFC-D02D-4AC0-4433-20B69C717C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09918A-8F2F-360F-D4FC-562D75FC80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0CF78F-C3FC-64D2-7A96-477D69D74E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B0DEA0-649B-CE82-5572-ADE82F106598}"/>
              </a:ext>
            </a:extLst>
          </p:cNvPr>
          <p:cNvSpPr>
            <a:spLocks noGrp="1"/>
          </p:cNvSpPr>
          <p:nvPr>
            <p:ph type="dt" sz="half" idx="10"/>
          </p:nvPr>
        </p:nvSpPr>
        <p:spPr/>
        <p:txBody>
          <a:bodyPr/>
          <a:lstStyle/>
          <a:p>
            <a:fld id="{8BD8A2E8-58FB-4DAA-8BC0-310C17B09634}" type="datetimeFigureOut">
              <a:rPr lang="en-US" smtClean="0"/>
              <a:t>5/5/2026</a:t>
            </a:fld>
            <a:endParaRPr lang="en-US"/>
          </a:p>
        </p:txBody>
      </p:sp>
      <p:sp>
        <p:nvSpPr>
          <p:cNvPr id="6" name="Footer Placeholder 5">
            <a:extLst>
              <a:ext uri="{FF2B5EF4-FFF2-40B4-BE49-F238E27FC236}">
                <a16:creationId xmlns:a16="http://schemas.microsoft.com/office/drawing/2014/main" id="{373A343A-323D-B0D4-5E89-2B53DF1183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1CDFB2-753A-936E-6775-874990292B19}"/>
              </a:ext>
            </a:extLst>
          </p:cNvPr>
          <p:cNvSpPr>
            <a:spLocks noGrp="1"/>
          </p:cNvSpPr>
          <p:nvPr>
            <p:ph type="sldNum" sz="quarter" idx="12"/>
          </p:nvPr>
        </p:nvSpPr>
        <p:spPr/>
        <p:txBody>
          <a:bodyPr/>
          <a:lstStyle/>
          <a:p>
            <a:fld id="{16C491A4-3D0D-400E-A05A-2C39CD9491A3}" type="slidenum">
              <a:rPr lang="en-US" smtClean="0"/>
              <a:t>‹#›</a:t>
            </a:fld>
            <a:endParaRPr lang="en-US"/>
          </a:p>
        </p:txBody>
      </p:sp>
    </p:spTree>
    <p:extLst>
      <p:ext uri="{BB962C8B-B14F-4D97-AF65-F5344CB8AC3E}">
        <p14:creationId xmlns:p14="http://schemas.microsoft.com/office/powerpoint/2010/main" val="406809474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24CB6-198B-C98C-9852-6DB83CB375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8D259C-CBC8-56BC-7210-EA2C821AE8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60B3DA-CAE6-BC50-CFA6-B5C39F2922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A3E7DA8-0D39-5654-026E-2E75BF3031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821103-AB4B-075A-92B8-A39E69E6BE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9EBFD1-CCFE-62BF-4BCC-C7FFE28B8497}"/>
              </a:ext>
            </a:extLst>
          </p:cNvPr>
          <p:cNvSpPr>
            <a:spLocks noGrp="1"/>
          </p:cNvSpPr>
          <p:nvPr>
            <p:ph type="dt" sz="half" idx="10"/>
          </p:nvPr>
        </p:nvSpPr>
        <p:spPr/>
        <p:txBody>
          <a:bodyPr/>
          <a:lstStyle/>
          <a:p>
            <a:fld id="{8BD8A2E8-58FB-4DAA-8BC0-310C17B09634}" type="datetimeFigureOut">
              <a:rPr lang="en-US" smtClean="0"/>
              <a:t>5/5/2026</a:t>
            </a:fld>
            <a:endParaRPr lang="en-US"/>
          </a:p>
        </p:txBody>
      </p:sp>
      <p:sp>
        <p:nvSpPr>
          <p:cNvPr id="8" name="Footer Placeholder 7">
            <a:extLst>
              <a:ext uri="{FF2B5EF4-FFF2-40B4-BE49-F238E27FC236}">
                <a16:creationId xmlns:a16="http://schemas.microsoft.com/office/drawing/2014/main" id="{0D4798AD-E851-4A66-8342-2B7330F7EC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603F31-2D97-A195-E503-C118ADDD0CA6}"/>
              </a:ext>
            </a:extLst>
          </p:cNvPr>
          <p:cNvSpPr>
            <a:spLocks noGrp="1"/>
          </p:cNvSpPr>
          <p:nvPr>
            <p:ph type="sldNum" sz="quarter" idx="12"/>
          </p:nvPr>
        </p:nvSpPr>
        <p:spPr/>
        <p:txBody>
          <a:bodyPr/>
          <a:lstStyle/>
          <a:p>
            <a:fld id="{16C491A4-3D0D-400E-A05A-2C39CD9491A3}" type="slidenum">
              <a:rPr lang="en-US" smtClean="0"/>
              <a:t>‹#›</a:t>
            </a:fld>
            <a:endParaRPr lang="en-US"/>
          </a:p>
        </p:txBody>
      </p:sp>
    </p:spTree>
    <p:extLst>
      <p:ext uri="{BB962C8B-B14F-4D97-AF65-F5344CB8AC3E}">
        <p14:creationId xmlns:p14="http://schemas.microsoft.com/office/powerpoint/2010/main" val="330142720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6302F-6356-8181-907F-5F503B6225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BFF91F-4FD4-DBD4-92AC-E31B5C9E2198}"/>
              </a:ext>
            </a:extLst>
          </p:cNvPr>
          <p:cNvSpPr>
            <a:spLocks noGrp="1"/>
          </p:cNvSpPr>
          <p:nvPr>
            <p:ph type="dt" sz="half" idx="10"/>
          </p:nvPr>
        </p:nvSpPr>
        <p:spPr/>
        <p:txBody>
          <a:bodyPr/>
          <a:lstStyle/>
          <a:p>
            <a:fld id="{8BD8A2E8-58FB-4DAA-8BC0-310C17B09634}" type="datetimeFigureOut">
              <a:rPr lang="en-US" smtClean="0"/>
              <a:t>5/5/2026</a:t>
            </a:fld>
            <a:endParaRPr lang="en-US"/>
          </a:p>
        </p:txBody>
      </p:sp>
      <p:sp>
        <p:nvSpPr>
          <p:cNvPr id="4" name="Footer Placeholder 3">
            <a:extLst>
              <a:ext uri="{FF2B5EF4-FFF2-40B4-BE49-F238E27FC236}">
                <a16:creationId xmlns:a16="http://schemas.microsoft.com/office/drawing/2014/main" id="{072AE4A1-69F7-A536-6E4D-6E7E7CE4D5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486C20-D220-E889-C473-762A1C718451}"/>
              </a:ext>
            </a:extLst>
          </p:cNvPr>
          <p:cNvSpPr>
            <a:spLocks noGrp="1"/>
          </p:cNvSpPr>
          <p:nvPr>
            <p:ph type="sldNum" sz="quarter" idx="12"/>
          </p:nvPr>
        </p:nvSpPr>
        <p:spPr/>
        <p:txBody>
          <a:bodyPr/>
          <a:lstStyle/>
          <a:p>
            <a:fld id="{16C491A4-3D0D-400E-A05A-2C39CD9491A3}" type="slidenum">
              <a:rPr lang="en-US" smtClean="0"/>
              <a:t>‹#›</a:t>
            </a:fld>
            <a:endParaRPr lang="en-US"/>
          </a:p>
        </p:txBody>
      </p:sp>
    </p:spTree>
    <p:extLst>
      <p:ext uri="{BB962C8B-B14F-4D97-AF65-F5344CB8AC3E}">
        <p14:creationId xmlns:p14="http://schemas.microsoft.com/office/powerpoint/2010/main" val="272331944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A4D6F2-6204-64FF-0B88-88F1357B49C3}"/>
              </a:ext>
            </a:extLst>
          </p:cNvPr>
          <p:cNvSpPr>
            <a:spLocks noGrp="1"/>
          </p:cNvSpPr>
          <p:nvPr>
            <p:ph type="dt" sz="half" idx="10"/>
          </p:nvPr>
        </p:nvSpPr>
        <p:spPr/>
        <p:txBody>
          <a:bodyPr/>
          <a:lstStyle/>
          <a:p>
            <a:fld id="{8BD8A2E8-58FB-4DAA-8BC0-310C17B09634}" type="datetimeFigureOut">
              <a:rPr lang="en-US" smtClean="0"/>
              <a:t>5/5/2026</a:t>
            </a:fld>
            <a:endParaRPr lang="en-US"/>
          </a:p>
        </p:txBody>
      </p:sp>
      <p:sp>
        <p:nvSpPr>
          <p:cNvPr id="3" name="Footer Placeholder 2">
            <a:extLst>
              <a:ext uri="{FF2B5EF4-FFF2-40B4-BE49-F238E27FC236}">
                <a16:creationId xmlns:a16="http://schemas.microsoft.com/office/drawing/2014/main" id="{EDD40270-0C31-3A5D-ABF6-E0B9815FE0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96F0640-21F4-E8F5-2F1C-E524AB5A0C03}"/>
              </a:ext>
            </a:extLst>
          </p:cNvPr>
          <p:cNvSpPr>
            <a:spLocks noGrp="1"/>
          </p:cNvSpPr>
          <p:nvPr>
            <p:ph type="sldNum" sz="quarter" idx="12"/>
          </p:nvPr>
        </p:nvSpPr>
        <p:spPr/>
        <p:txBody>
          <a:bodyPr/>
          <a:lstStyle/>
          <a:p>
            <a:fld id="{16C491A4-3D0D-400E-A05A-2C39CD9491A3}" type="slidenum">
              <a:rPr lang="en-US" smtClean="0"/>
              <a:t>‹#›</a:t>
            </a:fld>
            <a:endParaRPr lang="en-US"/>
          </a:p>
        </p:txBody>
      </p:sp>
    </p:spTree>
    <p:extLst>
      <p:ext uri="{BB962C8B-B14F-4D97-AF65-F5344CB8AC3E}">
        <p14:creationId xmlns:p14="http://schemas.microsoft.com/office/powerpoint/2010/main" val="304847023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C540C-E199-7D11-60BB-B06A6CEDB3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1EEA76-5C33-3AC1-C361-B0C7286012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F132C6-206C-A05E-1321-931A1E0837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7B4B9A-02F9-4E4E-95DE-D86C415E2A26}"/>
              </a:ext>
            </a:extLst>
          </p:cNvPr>
          <p:cNvSpPr>
            <a:spLocks noGrp="1"/>
          </p:cNvSpPr>
          <p:nvPr>
            <p:ph type="dt" sz="half" idx="10"/>
          </p:nvPr>
        </p:nvSpPr>
        <p:spPr/>
        <p:txBody>
          <a:bodyPr/>
          <a:lstStyle/>
          <a:p>
            <a:fld id="{8BD8A2E8-58FB-4DAA-8BC0-310C17B09634}" type="datetimeFigureOut">
              <a:rPr lang="en-US" smtClean="0"/>
              <a:t>5/5/2026</a:t>
            </a:fld>
            <a:endParaRPr lang="en-US"/>
          </a:p>
        </p:txBody>
      </p:sp>
      <p:sp>
        <p:nvSpPr>
          <p:cNvPr id="6" name="Footer Placeholder 5">
            <a:extLst>
              <a:ext uri="{FF2B5EF4-FFF2-40B4-BE49-F238E27FC236}">
                <a16:creationId xmlns:a16="http://schemas.microsoft.com/office/drawing/2014/main" id="{A8DF7C39-DDE9-F9E9-B278-C79B2C2E8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45EDB7-2951-3619-34A7-9277D7431510}"/>
              </a:ext>
            </a:extLst>
          </p:cNvPr>
          <p:cNvSpPr>
            <a:spLocks noGrp="1"/>
          </p:cNvSpPr>
          <p:nvPr>
            <p:ph type="sldNum" sz="quarter" idx="12"/>
          </p:nvPr>
        </p:nvSpPr>
        <p:spPr/>
        <p:txBody>
          <a:bodyPr/>
          <a:lstStyle/>
          <a:p>
            <a:fld id="{16C491A4-3D0D-400E-A05A-2C39CD9491A3}" type="slidenum">
              <a:rPr lang="en-US" smtClean="0"/>
              <a:t>‹#›</a:t>
            </a:fld>
            <a:endParaRPr lang="en-US"/>
          </a:p>
        </p:txBody>
      </p:sp>
    </p:spTree>
    <p:extLst>
      <p:ext uri="{BB962C8B-B14F-4D97-AF65-F5344CB8AC3E}">
        <p14:creationId xmlns:p14="http://schemas.microsoft.com/office/powerpoint/2010/main" val="55599913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3793B-569A-DAA8-D252-907F374A57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0927B2-E2A9-43A1-DEA0-7417B1925A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D5C7B5-1220-89E8-D670-B6B3496E9C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C5CCE2-BF40-193D-2338-7B70BD8839FE}"/>
              </a:ext>
            </a:extLst>
          </p:cNvPr>
          <p:cNvSpPr>
            <a:spLocks noGrp="1"/>
          </p:cNvSpPr>
          <p:nvPr>
            <p:ph type="dt" sz="half" idx="10"/>
          </p:nvPr>
        </p:nvSpPr>
        <p:spPr/>
        <p:txBody>
          <a:bodyPr/>
          <a:lstStyle/>
          <a:p>
            <a:fld id="{8BD8A2E8-58FB-4DAA-8BC0-310C17B09634}" type="datetimeFigureOut">
              <a:rPr lang="en-US" smtClean="0"/>
              <a:t>5/5/2026</a:t>
            </a:fld>
            <a:endParaRPr lang="en-US"/>
          </a:p>
        </p:txBody>
      </p:sp>
      <p:sp>
        <p:nvSpPr>
          <p:cNvPr id="6" name="Footer Placeholder 5">
            <a:extLst>
              <a:ext uri="{FF2B5EF4-FFF2-40B4-BE49-F238E27FC236}">
                <a16:creationId xmlns:a16="http://schemas.microsoft.com/office/drawing/2014/main" id="{66C8AC86-1089-3AF9-9D72-B3B286343B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A4ECDC-E149-E05C-3EE4-74186152928F}"/>
              </a:ext>
            </a:extLst>
          </p:cNvPr>
          <p:cNvSpPr>
            <a:spLocks noGrp="1"/>
          </p:cNvSpPr>
          <p:nvPr>
            <p:ph type="sldNum" sz="quarter" idx="12"/>
          </p:nvPr>
        </p:nvSpPr>
        <p:spPr/>
        <p:txBody>
          <a:bodyPr/>
          <a:lstStyle/>
          <a:p>
            <a:fld id="{16C491A4-3D0D-400E-A05A-2C39CD9491A3}" type="slidenum">
              <a:rPr lang="en-US" smtClean="0"/>
              <a:t>‹#›</a:t>
            </a:fld>
            <a:endParaRPr lang="en-US"/>
          </a:p>
        </p:txBody>
      </p:sp>
    </p:spTree>
    <p:extLst>
      <p:ext uri="{BB962C8B-B14F-4D97-AF65-F5344CB8AC3E}">
        <p14:creationId xmlns:p14="http://schemas.microsoft.com/office/powerpoint/2010/main" val="114384430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E049B-C2A2-61E9-7337-76E15F55F1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2DCD0A-F4CB-0ED1-F696-3D9AFCB888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E1F887-FD95-F795-11C7-1AD80E3928E4}"/>
              </a:ext>
            </a:extLst>
          </p:cNvPr>
          <p:cNvSpPr>
            <a:spLocks noGrp="1"/>
          </p:cNvSpPr>
          <p:nvPr>
            <p:ph type="dt" sz="half" idx="10"/>
          </p:nvPr>
        </p:nvSpPr>
        <p:spPr/>
        <p:txBody>
          <a:bodyPr/>
          <a:lstStyle/>
          <a:p>
            <a:fld id="{8BD8A2E8-58FB-4DAA-8BC0-310C17B09634}" type="datetimeFigureOut">
              <a:rPr lang="en-US" smtClean="0"/>
              <a:t>5/5/2026</a:t>
            </a:fld>
            <a:endParaRPr lang="en-US"/>
          </a:p>
        </p:txBody>
      </p:sp>
      <p:sp>
        <p:nvSpPr>
          <p:cNvPr id="5" name="Footer Placeholder 4">
            <a:extLst>
              <a:ext uri="{FF2B5EF4-FFF2-40B4-BE49-F238E27FC236}">
                <a16:creationId xmlns:a16="http://schemas.microsoft.com/office/drawing/2014/main" id="{006D62CC-7D62-24A3-C6AD-4BA3A056C2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08909-B507-521D-C622-FB8BB8B03F94}"/>
              </a:ext>
            </a:extLst>
          </p:cNvPr>
          <p:cNvSpPr>
            <a:spLocks noGrp="1"/>
          </p:cNvSpPr>
          <p:nvPr>
            <p:ph type="sldNum" sz="quarter" idx="12"/>
          </p:nvPr>
        </p:nvSpPr>
        <p:spPr/>
        <p:txBody>
          <a:bodyPr/>
          <a:lstStyle/>
          <a:p>
            <a:fld id="{16C491A4-3D0D-400E-A05A-2C39CD9491A3}" type="slidenum">
              <a:rPr lang="en-US" smtClean="0"/>
              <a:t>‹#›</a:t>
            </a:fld>
            <a:endParaRPr lang="en-US"/>
          </a:p>
        </p:txBody>
      </p:sp>
    </p:spTree>
    <p:extLst>
      <p:ext uri="{BB962C8B-B14F-4D97-AF65-F5344CB8AC3E}">
        <p14:creationId xmlns:p14="http://schemas.microsoft.com/office/powerpoint/2010/main" val="424479459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4EFE25-DD63-FBB0-AA8F-3C5E41D993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038D66-51E4-ACEB-3E6E-E8CA15539E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774394-BDBA-120D-D273-8D46DD9F3AC1}"/>
              </a:ext>
            </a:extLst>
          </p:cNvPr>
          <p:cNvSpPr>
            <a:spLocks noGrp="1"/>
          </p:cNvSpPr>
          <p:nvPr>
            <p:ph type="dt" sz="half" idx="10"/>
          </p:nvPr>
        </p:nvSpPr>
        <p:spPr/>
        <p:txBody>
          <a:bodyPr/>
          <a:lstStyle/>
          <a:p>
            <a:fld id="{8BD8A2E8-58FB-4DAA-8BC0-310C17B09634}" type="datetimeFigureOut">
              <a:rPr lang="en-US" smtClean="0"/>
              <a:t>5/5/2026</a:t>
            </a:fld>
            <a:endParaRPr lang="en-US"/>
          </a:p>
        </p:txBody>
      </p:sp>
      <p:sp>
        <p:nvSpPr>
          <p:cNvPr id="5" name="Footer Placeholder 4">
            <a:extLst>
              <a:ext uri="{FF2B5EF4-FFF2-40B4-BE49-F238E27FC236}">
                <a16:creationId xmlns:a16="http://schemas.microsoft.com/office/drawing/2014/main" id="{7CE02806-B13B-590A-7EC3-C50FB946C7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7BB143-866F-B7F1-2BD6-A277B4CAA661}"/>
              </a:ext>
            </a:extLst>
          </p:cNvPr>
          <p:cNvSpPr>
            <a:spLocks noGrp="1"/>
          </p:cNvSpPr>
          <p:nvPr>
            <p:ph type="sldNum" sz="quarter" idx="12"/>
          </p:nvPr>
        </p:nvSpPr>
        <p:spPr/>
        <p:txBody>
          <a:bodyPr/>
          <a:lstStyle/>
          <a:p>
            <a:fld id="{16C491A4-3D0D-400E-A05A-2C39CD9491A3}" type="slidenum">
              <a:rPr lang="en-US" smtClean="0"/>
              <a:t>‹#›</a:t>
            </a:fld>
            <a:endParaRPr lang="en-US"/>
          </a:p>
        </p:txBody>
      </p:sp>
    </p:spTree>
    <p:extLst>
      <p:ext uri="{BB962C8B-B14F-4D97-AF65-F5344CB8AC3E}">
        <p14:creationId xmlns:p14="http://schemas.microsoft.com/office/powerpoint/2010/main" val="344203567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Four Team Images">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11484"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11" name="Content Placeholder 2">
            <a:extLst>
              <a:ext uri="{FF2B5EF4-FFF2-40B4-BE49-F238E27FC236}">
                <a16:creationId xmlns:a16="http://schemas.microsoft.com/office/drawing/2014/main" id="{CE07336A-CA43-BA10-15BC-4A7C003A2346}"/>
              </a:ext>
            </a:extLst>
          </p:cNvPr>
          <p:cNvSpPr>
            <a:spLocks noGrp="1"/>
          </p:cNvSpPr>
          <p:nvPr>
            <p:ph idx="10"/>
          </p:nvPr>
        </p:nvSpPr>
        <p:spPr>
          <a:xfrm>
            <a:off x="411484"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88643"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00288663-0E16-0C59-085F-F9A84A37B9FB}"/>
              </a:ext>
            </a:extLst>
          </p:cNvPr>
          <p:cNvSpPr>
            <a:spLocks noGrp="1"/>
          </p:cNvSpPr>
          <p:nvPr>
            <p:ph idx="24"/>
          </p:nvPr>
        </p:nvSpPr>
        <p:spPr>
          <a:xfrm>
            <a:off x="3288643"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65802"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21" name="Content Placeholder 2">
            <a:extLst>
              <a:ext uri="{FF2B5EF4-FFF2-40B4-BE49-F238E27FC236}">
                <a16:creationId xmlns:a16="http://schemas.microsoft.com/office/drawing/2014/main" id="{E38614DA-316C-FC85-3F42-B262BEAC7A89}"/>
              </a:ext>
            </a:extLst>
          </p:cNvPr>
          <p:cNvSpPr>
            <a:spLocks noGrp="1"/>
          </p:cNvSpPr>
          <p:nvPr>
            <p:ph idx="26"/>
          </p:nvPr>
        </p:nvSpPr>
        <p:spPr>
          <a:xfrm>
            <a:off x="6165805"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42961"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23" name="Content Placeholder 2">
            <a:extLst>
              <a:ext uri="{FF2B5EF4-FFF2-40B4-BE49-F238E27FC236}">
                <a16:creationId xmlns:a16="http://schemas.microsoft.com/office/drawing/2014/main" id="{519D1C7E-BE40-062C-9607-4651359E8EAD}"/>
              </a:ext>
            </a:extLst>
          </p:cNvPr>
          <p:cNvSpPr>
            <a:spLocks noGrp="1"/>
          </p:cNvSpPr>
          <p:nvPr>
            <p:ph idx="28"/>
          </p:nvPr>
        </p:nvSpPr>
        <p:spPr>
          <a:xfrm>
            <a:off x="9050247"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4" name="Footer Placeholder 4">
            <a:extLst>
              <a:ext uri="{FF2B5EF4-FFF2-40B4-BE49-F238E27FC236}">
                <a16:creationId xmlns:a16="http://schemas.microsoft.com/office/drawing/2014/main" id="{9475B69A-CAC3-88B9-5B3E-2AF1362EFDB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07859335-E39D-1388-375F-FAA342F28BB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89419495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_AAA.DD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D3C86-523B-7F9A-0D9A-386C90CBBAB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7561479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DDC_USE_THIS">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402337" y="402337"/>
            <a:ext cx="11404361" cy="369332"/>
          </a:xfrm>
          <a:prstGeom prst="rect">
            <a:avLst/>
          </a:prstGeom>
        </p:spPr>
        <p:txBody>
          <a:bodyPr vert="horz" wrap="square" lIns="0" tIns="0" rIns="0" bIns="0" rtlCol="0" anchor="t" anchorCtr="0">
            <a:spAutoFit/>
          </a:bodyPr>
          <a:lstStyle>
            <a:lvl1pPr>
              <a:defRPr sz="2600"/>
            </a:lvl1pPr>
          </a:lstStyle>
          <a:p>
            <a:r>
              <a:rPr lang="en-US"/>
              <a:t>Click to edit Master title style</a:t>
            </a:r>
          </a:p>
        </p:txBody>
      </p:sp>
    </p:spTree>
    <p:extLst>
      <p:ext uri="{BB962C8B-B14F-4D97-AF65-F5344CB8AC3E}">
        <p14:creationId xmlns:p14="http://schemas.microsoft.com/office/powerpoint/2010/main" val="2285880152"/>
      </p:ext>
    </p:extLst>
  </p:cSld>
  <p:clrMapOvr>
    <a:masterClrMapping/>
  </p:clrMapOvr>
  <p:hf sldNum="0" hdr="0" ftr="0" dt="0"/>
  <p:extLst>
    <p:ext uri="{DCECCB84-F9BA-43D5-87BE-67443E8EF086}">
      <p15:sldGuideLst xmlns:p15="http://schemas.microsoft.com/office/powerpoint/2012/main">
        <p15:guide id="1" orient="horz" pos="3984">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 Intro Four Content Four Infographic Boxes">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36A1FE59-52D8-7819-FCA0-4B8512415F68}"/>
              </a:ext>
            </a:extLst>
          </p:cNvPr>
          <p:cNvSpPr>
            <a:spLocks noGrp="1"/>
          </p:cNvSpPr>
          <p:nvPr>
            <p:ph type="title"/>
          </p:nvPr>
        </p:nvSpPr>
        <p:spPr>
          <a:xfrm>
            <a:off x="397667" y="402336"/>
            <a:ext cx="5645946" cy="908837"/>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908"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3" name="Content Placeholder 2">
            <a:extLst>
              <a:ext uri="{FF2B5EF4-FFF2-40B4-BE49-F238E27FC236}">
                <a16:creationId xmlns:a16="http://schemas.microsoft.com/office/drawing/2014/main" id="{A27F624C-8E74-64EA-25D6-81C018D703C7}"/>
              </a:ext>
            </a:extLst>
          </p:cNvPr>
          <p:cNvSpPr>
            <a:spLocks noGrp="1"/>
          </p:cNvSpPr>
          <p:nvPr>
            <p:ph idx="14"/>
          </p:nvPr>
        </p:nvSpPr>
        <p:spPr>
          <a:xfrm>
            <a:off x="3292401"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95BA71C3-8B98-CBAD-967B-B8C200A9F9DB}"/>
              </a:ext>
            </a:extLst>
          </p:cNvPr>
          <p:cNvSpPr>
            <a:spLocks noGrp="1"/>
          </p:cNvSpPr>
          <p:nvPr>
            <p:ph idx="15"/>
          </p:nvPr>
        </p:nvSpPr>
        <p:spPr>
          <a:xfrm>
            <a:off x="6181894"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2" name="Content Placeholder 2">
            <a:extLst>
              <a:ext uri="{FF2B5EF4-FFF2-40B4-BE49-F238E27FC236}">
                <a16:creationId xmlns:a16="http://schemas.microsoft.com/office/drawing/2014/main" id="{583A7053-6A7D-A8F8-4656-87270953BD60}"/>
              </a:ext>
            </a:extLst>
          </p:cNvPr>
          <p:cNvSpPr>
            <a:spLocks noGrp="1"/>
          </p:cNvSpPr>
          <p:nvPr>
            <p:ph idx="16"/>
          </p:nvPr>
        </p:nvSpPr>
        <p:spPr>
          <a:xfrm>
            <a:off x="9071386"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7A4C48D2-B18D-75C7-0C7E-1D9DB139609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a:p>
        </p:txBody>
      </p:sp>
      <p:sp>
        <p:nvSpPr>
          <p:cNvPr id="6" name="Slide Number Placeholder 13">
            <a:extLst>
              <a:ext uri="{FF2B5EF4-FFF2-40B4-BE49-F238E27FC236}">
                <a16:creationId xmlns:a16="http://schemas.microsoft.com/office/drawing/2014/main" id="{D9EBCD51-8DA2-A863-38B9-4D39E92CBC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Content Placeholder 2">
            <a:extLst>
              <a:ext uri="{FF2B5EF4-FFF2-40B4-BE49-F238E27FC236}">
                <a16:creationId xmlns:a16="http://schemas.microsoft.com/office/drawing/2014/main" id="{AD80E08F-9CFF-A0A0-CB3A-AC9CDC3AD14B}"/>
              </a:ext>
            </a:extLst>
          </p:cNvPr>
          <p:cNvSpPr>
            <a:spLocks noGrp="1"/>
          </p:cNvSpPr>
          <p:nvPr>
            <p:ph idx="12"/>
          </p:nvPr>
        </p:nvSpPr>
        <p:spPr>
          <a:xfrm>
            <a:off x="393617" y="1428750"/>
            <a:ext cx="5645947" cy="1428750"/>
          </a:xfrm>
        </p:spPr>
        <p:txBody>
          <a:bodyPr rIns="91440"/>
          <a:lstStyle>
            <a:lvl1pPr>
              <a:defRPr sz="20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4853138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1_AAA_DD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8ABD7-26B7-59A5-5BC7-3323241399CE}"/>
              </a:ext>
            </a:extLst>
          </p:cNvPr>
          <p:cNvSpPr>
            <a:spLocks noGrp="1"/>
          </p:cNvSpPr>
          <p:nvPr>
            <p:ph type="title"/>
          </p:nvPr>
        </p:nvSpPr>
        <p:spPr>
          <a:xfrm>
            <a:off x="402335" y="402336"/>
            <a:ext cx="11399691" cy="332399"/>
          </a:xfrm>
        </p:spPr>
        <p:txBody>
          <a:bodyPr>
            <a:spAutoFit/>
          </a:bodyPr>
          <a:lstStyle>
            <a:lvl1pPr>
              <a:defRPr sz="2400"/>
            </a:lvl1pPr>
          </a:lstStyle>
          <a:p>
            <a:r>
              <a:rPr lang="en-US"/>
              <a:t>Click to edit Master title style</a:t>
            </a:r>
          </a:p>
        </p:txBody>
      </p:sp>
      <p:sp>
        <p:nvSpPr>
          <p:cNvPr id="3" name="Footer Placeholder 2">
            <a:extLst>
              <a:ext uri="{FF2B5EF4-FFF2-40B4-BE49-F238E27FC236}">
                <a16:creationId xmlns:a16="http://schemas.microsoft.com/office/drawing/2014/main" id="{3DF12927-2D54-F320-58A7-ABC7CA3D92F7}"/>
              </a:ext>
            </a:extLst>
          </p:cNvPr>
          <p:cNvSpPr>
            <a:spLocks noGrp="1"/>
          </p:cNvSpPr>
          <p:nvPr>
            <p:ph type="ftr" sz="quarter" idx="3"/>
          </p:nvPr>
        </p:nvSpPr>
        <p:spPr>
          <a:xfrm>
            <a:off x="1066800" y="6497441"/>
            <a:ext cx="8814816" cy="161583"/>
          </a:xfrm>
          <a:prstGeom prst="rect">
            <a:avLst/>
          </a:prstGeom>
        </p:spPr>
        <p:txBody>
          <a:bodyPr/>
          <a:lstStyle/>
          <a:p>
            <a:r>
              <a:rPr lang="en-US"/>
              <a:t>AI-Driven Automation &amp; Cognitive Solutions  |   Internal Overview</a:t>
            </a:r>
          </a:p>
        </p:txBody>
      </p:sp>
    </p:spTree>
    <p:extLst>
      <p:ext uri="{BB962C8B-B14F-4D97-AF65-F5344CB8AC3E}">
        <p14:creationId xmlns:p14="http://schemas.microsoft.com/office/powerpoint/2010/main" val="264663771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cSld name="Six Content Six Numbers">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C59803B-BF63-6637-E0C7-431792EDF84B}"/>
              </a:ext>
            </a:extLst>
          </p:cNvPr>
          <p:cNvSpPr>
            <a:spLocks noGrp="1"/>
          </p:cNvSpPr>
          <p:nvPr>
            <p:ph type="title"/>
          </p:nvPr>
        </p:nvSpPr>
        <p:spPr>
          <a:xfrm>
            <a:off x="402335" y="402336"/>
            <a:ext cx="11399691" cy="915289"/>
          </a:xfrm>
          <a:prstGeom prst="rect">
            <a:avLst/>
          </a:prstGeom>
        </p:spPr>
        <p:txBody>
          <a:bodyPr vert="horz" lIns="0" tIns="0" rIns="0" bIns="0" rtlCol="0" anchor="t" anchorCtr="0">
            <a:noAutofit/>
          </a:bodyPr>
          <a:lstStyle/>
          <a:p>
            <a:r>
              <a:rPr lang="en-US"/>
              <a:t>Click to edit Master title style</a:t>
            </a:r>
          </a:p>
        </p:txBody>
      </p:sp>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402336"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02336"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326433"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4" name="Content Placeholder 2">
            <a:extLst>
              <a:ext uri="{FF2B5EF4-FFF2-40B4-BE49-F238E27FC236}">
                <a16:creationId xmlns:a16="http://schemas.microsoft.com/office/drawing/2014/main" id="{C604CA07-6A61-6EE7-9AB7-5D1AC3E61585}"/>
              </a:ext>
            </a:extLst>
          </p:cNvPr>
          <p:cNvSpPr>
            <a:spLocks noGrp="1"/>
          </p:cNvSpPr>
          <p:nvPr>
            <p:ph idx="21"/>
          </p:nvPr>
        </p:nvSpPr>
        <p:spPr>
          <a:xfrm>
            <a:off x="2326433"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4249006"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5" name="Content Placeholder 2">
            <a:extLst>
              <a:ext uri="{FF2B5EF4-FFF2-40B4-BE49-F238E27FC236}">
                <a16:creationId xmlns:a16="http://schemas.microsoft.com/office/drawing/2014/main" id="{89B651F7-7166-CE84-83FD-8A58F6870DE8}"/>
              </a:ext>
            </a:extLst>
          </p:cNvPr>
          <p:cNvSpPr>
            <a:spLocks noGrp="1"/>
          </p:cNvSpPr>
          <p:nvPr>
            <p:ph idx="22"/>
          </p:nvPr>
        </p:nvSpPr>
        <p:spPr>
          <a:xfrm>
            <a:off x="4249006"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6167769"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6" name="Content Placeholder 2">
            <a:extLst>
              <a:ext uri="{FF2B5EF4-FFF2-40B4-BE49-F238E27FC236}">
                <a16:creationId xmlns:a16="http://schemas.microsoft.com/office/drawing/2014/main" id="{590F1832-1857-55DA-5830-56D2E0B84073}"/>
              </a:ext>
            </a:extLst>
          </p:cNvPr>
          <p:cNvSpPr>
            <a:spLocks noGrp="1"/>
          </p:cNvSpPr>
          <p:nvPr>
            <p:ph idx="23"/>
          </p:nvPr>
        </p:nvSpPr>
        <p:spPr>
          <a:xfrm>
            <a:off x="6167769"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8086532"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7" name="Content Placeholder 2">
            <a:extLst>
              <a:ext uri="{FF2B5EF4-FFF2-40B4-BE49-F238E27FC236}">
                <a16:creationId xmlns:a16="http://schemas.microsoft.com/office/drawing/2014/main" id="{FD9D2967-C22A-B1DF-008F-37A536CDA2A4}"/>
              </a:ext>
            </a:extLst>
          </p:cNvPr>
          <p:cNvSpPr>
            <a:spLocks noGrp="1"/>
          </p:cNvSpPr>
          <p:nvPr>
            <p:ph idx="24"/>
          </p:nvPr>
        </p:nvSpPr>
        <p:spPr>
          <a:xfrm>
            <a:off x="8086532"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2">
            <a:extLst>
              <a:ext uri="{FF2B5EF4-FFF2-40B4-BE49-F238E27FC236}">
                <a16:creationId xmlns:a16="http://schemas.microsoft.com/office/drawing/2014/main" id="{464E5050-91BD-1F8D-DCE3-AFCCBA5D49FE}"/>
              </a:ext>
            </a:extLst>
          </p:cNvPr>
          <p:cNvSpPr>
            <a:spLocks noGrp="1"/>
          </p:cNvSpPr>
          <p:nvPr>
            <p:ph type="body" idx="20" hasCustomPrompt="1"/>
          </p:nvPr>
        </p:nvSpPr>
        <p:spPr>
          <a:xfrm>
            <a:off x="10005295"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8" name="Content Placeholder 2">
            <a:extLst>
              <a:ext uri="{FF2B5EF4-FFF2-40B4-BE49-F238E27FC236}">
                <a16:creationId xmlns:a16="http://schemas.microsoft.com/office/drawing/2014/main" id="{50B501A3-4C30-D139-31F2-53CC077019FD}"/>
              </a:ext>
            </a:extLst>
          </p:cNvPr>
          <p:cNvSpPr>
            <a:spLocks noGrp="1"/>
          </p:cNvSpPr>
          <p:nvPr>
            <p:ph idx="25"/>
          </p:nvPr>
        </p:nvSpPr>
        <p:spPr>
          <a:xfrm>
            <a:off x="10005295"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82229384"/>
      </p:ext>
    </p:extLst>
  </p:cSld>
  <p:clrMapOvr>
    <a:masterClrMapping/>
  </p:clrMapOvr>
  <p:hf hdr="0" dt="0"/>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theme" Target="../theme/theme2.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70586" y="368301"/>
            <a:ext cx="11453114" cy="9271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68299" y="1924050"/>
            <a:ext cx="6638925" cy="404812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68300" y="6564567"/>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4" name="TextBox 3">
            <a:extLst>
              <a:ext uri="{FF2B5EF4-FFF2-40B4-BE49-F238E27FC236}">
                <a16:creationId xmlns:a16="http://schemas.microsoft.com/office/drawing/2014/main" id="{9ECB7EF6-1DBC-DC16-1309-7686CF66EAE1}"/>
              </a:ext>
            </a:extLst>
          </p:cNvPr>
          <p:cNvSpPr txBox="1"/>
          <p:nvPr userDrawn="1"/>
        </p:nvSpPr>
        <p:spPr>
          <a:xfrm>
            <a:off x="1066800" y="6564567"/>
            <a:ext cx="3321957" cy="161583"/>
          </a:xfrm>
          <a:prstGeom prst="rect">
            <a:avLst/>
          </a:prstGeom>
          <a:noFill/>
        </p:spPr>
        <p:txBody>
          <a:bodyPr wrap="square" lIns="0" tIns="0" rIns="0" bIns="0" rtlCol="0">
            <a:spAutoFit/>
          </a:bodyPr>
          <a:lstStyle/>
          <a:p>
            <a:pPr algn="l"/>
            <a:r>
              <a:rPr lang="en-US" sz="1050" b="0">
                <a:solidFill>
                  <a:schemeClr val="tx1"/>
                </a:solidFill>
              </a:rPr>
              <a:t>The Next Generation of Risk Analytics</a:t>
            </a:r>
          </a:p>
        </p:txBody>
      </p:sp>
      <p:sp>
        <p:nvSpPr>
          <p:cNvPr id="5" name="Slide Number Placeholder 5">
            <a:extLst>
              <a:ext uri="{FF2B5EF4-FFF2-40B4-BE49-F238E27FC236}">
                <a16:creationId xmlns:a16="http://schemas.microsoft.com/office/drawing/2014/main" id="{763630B6-7C1A-22E3-12C5-6579446C04D8}"/>
              </a:ext>
            </a:extLst>
          </p:cNvPr>
          <p:cNvSpPr txBox="1">
            <a:spLocks/>
          </p:cNvSpPr>
          <p:nvPr userDrawn="1"/>
        </p:nvSpPr>
        <p:spPr>
          <a:xfrm flipH="1">
            <a:off x="11535743" y="6564567"/>
            <a:ext cx="287957" cy="161583"/>
          </a:xfrm>
          <a:prstGeom prst="rect">
            <a:avLst/>
          </a:prstGeom>
        </p:spPr>
        <p:txBody>
          <a:bodyPr vert="horz" lIns="0" tIns="0" rIns="0" bIns="0" rtlCol="0" anchor="ctr">
            <a:spAutoFit/>
          </a:bodyPr>
          <a:lstStyle>
            <a:defPPr>
              <a:defRPr lang="en-US"/>
            </a:defPPr>
            <a:lvl1pPr marL="0" algn="ctr" defTabSz="914400" rtl="0" eaLnBrk="1" latinLnBrk="0" hangingPunct="1">
              <a:defRPr sz="800" b="0" i="0" kern="1200">
                <a:solidFill>
                  <a:schemeClr val="tx1"/>
                </a:solidFill>
                <a:latin typeface="Euclid Flex" panose="020B0500030000000000"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317F6C3-1B14-CD45-925E-455D58F15A60}" type="slidenum">
              <a:rPr lang="en-US" sz="1050" smtClean="0">
                <a:solidFill>
                  <a:schemeClr val="tx2"/>
                </a:solidFill>
                <a:latin typeface="+mn-lt"/>
              </a:rPr>
              <a:pPr algn="r"/>
              <a:t>‹#›</a:t>
            </a:fld>
            <a:endParaRPr lang="en-US" sz="1050">
              <a:solidFill>
                <a:schemeClr val="tx2"/>
              </a:solidFill>
              <a:latin typeface="+mn-lt"/>
            </a:endParaRPr>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880" r:id="rId1"/>
    <p:sldLayoutId id="2147483747" r:id="rId2"/>
    <p:sldLayoutId id="2147483748" r:id="rId3"/>
    <p:sldLayoutId id="2147483683" r:id="rId4"/>
    <p:sldLayoutId id="2147483743" r:id="rId5"/>
    <p:sldLayoutId id="2147483745" r:id="rId6"/>
    <p:sldLayoutId id="2147483746" r:id="rId7"/>
    <p:sldLayoutId id="2147483651" r:id="rId8"/>
    <p:sldLayoutId id="2147483659" r:id="rId9"/>
    <p:sldLayoutId id="2147483660" r:id="rId10"/>
    <p:sldLayoutId id="2147483733" r:id="rId11"/>
    <p:sldLayoutId id="2147483738" r:id="rId12"/>
    <p:sldLayoutId id="2147483739" r:id="rId13"/>
    <p:sldLayoutId id="2147483741" r:id="rId14"/>
    <p:sldLayoutId id="2147483740" r:id="rId15"/>
    <p:sldLayoutId id="2147483696" r:id="rId16"/>
    <p:sldLayoutId id="2147483697" r:id="rId17"/>
    <p:sldLayoutId id="2147483723" r:id="rId18"/>
    <p:sldLayoutId id="2147483724" r:id="rId19"/>
    <p:sldLayoutId id="2147483702" r:id="rId20"/>
    <p:sldLayoutId id="2147483752" r:id="rId21"/>
    <p:sldLayoutId id="2147483684" r:id="rId22"/>
    <p:sldLayoutId id="2147483753" r:id="rId23"/>
    <p:sldLayoutId id="2147483703" r:id="rId24"/>
    <p:sldLayoutId id="2147483704" r:id="rId25"/>
    <p:sldLayoutId id="2147483705" r:id="rId26"/>
    <p:sldLayoutId id="2147483685" r:id="rId27"/>
    <p:sldLayoutId id="2147483754" r:id="rId28"/>
    <p:sldLayoutId id="2147483706" r:id="rId29"/>
    <p:sldLayoutId id="2147483719" r:id="rId30"/>
    <p:sldLayoutId id="2147483717" r:id="rId31"/>
    <p:sldLayoutId id="2147483718" r:id="rId32"/>
    <p:sldLayoutId id="2147483707" r:id="rId33"/>
    <p:sldLayoutId id="2147483708" r:id="rId34"/>
    <p:sldLayoutId id="2147483709" r:id="rId35"/>
    <p:sldLayoutId id="2147483686" r:id="rId36"/>
    <p:sldLayoutId id="2147483755" r:id="rId37"/>
    <p:sldLayoutId id="2147483722" r:id="rId38"/>
    <p:sldLayoutId id="2147483721" r:id="rId39"/>
    <p:sldLayoutId id="2147483714" r:id="rId40"/>
    <p:sldLayoutId id="2147483710" r:id="rId41"/>
    <p:sldLayoutId id="2147483711" r:id="rId42"/>
    <p:sldLayoutId id="2147483687" r:id="rId43"/>
    <p:sldLayoutId id="2147483756" r:id="rId44"/>
    <p:sldLayoutId id="2147483713" r:id="rId45"/>
    <p:sldLayoutId id="2147483662" r:id="rId46"/>
    <p:sldLayoutId id="2147483699" r:id="rId47"/>
    <p:sldLayoutId id="2147483689" r:id="rId48"/>
    <p:sldLayoutId id="2147483664" r:id="rId49"/>
    <p:sldLayoutId id="2147483690" r:id="rId50"/>
    <p:sldLayoutId id="2147483691" r:id="rId51"/>
    <p:sldLayoutId id="2147483692" r:id="rId52"/>
    <p:sldLayoutId id="2147483671" r:id="rId53"/>
    <p:sldLayoutId id="2147483700" r:id="rId54"/>
    <p:sldLayoutId id="2147483701" r:id="rId55"/>
    <p:sldLayoutId id="2147483693" r:id="rId56"/>
    <p:sldLayoutId id="2147483694" r:id="rId57"/>
    <p:sldLayoutId id="2147483673" r:id="rId58"/>
    <p:sldLayoutId id="2147483676" r:id="rId59"/>
    <p:sldLayoutId id="2147483715" r:id="rId60"/>
    <p:sldLayoutId id="2147483716" r:id="rId61"/>
    <p:sldLayoutId id="2147483678" r:id="rId62"/>
    <p:sldLayoutId id="2147483679" r:id="rId63"/>
    <p:sldLayoutId id="2147483680" r:id="rId64"/>
    <p:sldLayoutId id="2147483666" r:id="rId65"/>
    <p:sldLayoutId id="2147483720" r:id="rId66"/>
    <p:sldLayoutId id="2147483654" r:id="rId67"/>
    <p:sldLayoutId id="2147483655" r:id="rId68"/>
    <p:sldLayoutId id="2147483681" r:id="rId69"/>
    <p:sldLayoutId id="2147483725" r:id="rId70"/>
    <p:sldLayoutId id="2147483726" r:id="rId71"/>
    <p:sldLayoutId id="2147483727" r:id="rId72"/>
    <p:sldLayoutId id="2147483742" r:id="rId73"/>
    <p:sldLayoutId id="2147483757" r:id="rId74"/>
    <p:sldLayoutId id="2147483758" r:id="rId75"/>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3" pos="232" userDrawn="1">
          <p15:clr>
            <a:srgbClr val="F26B43"/>
          </p15:clr>
        </p15:guide>
        <p15:guide id="4" pos="7448" userDrawn="1">
          <p15:clr>
            <a:srgbClr val="F26B43"/>
          </p15:clr>
        </p15:guide>
        <p15:guide id="11" orient="horz" pos="4088" userDrawn="1">
          <p15:clr>
            <a:srgbClr val="F26B43"/>
          </p15:clr>
        </p15:guide>
        <p15:guide id="12" pos="778" userDrawn="1">
          <p15:clr>
            <a:srgbClr val="F26B43"/>
          </p15:clr>
        </p15:guide>
        <p15:guide id="13" pos="840" userDrawn="1">
          <p15:clr>
            <a:srgbClr val="F26B43"/>
          </p15:clr>
        </p15:guide>
        <p15:guide id="14" pos="1378" userDrawn="1">
          <p15:clr>
            <a:srgbClr val="F26B43"/>
          </p15:clr>
        </p15:guide>
        <p15:guide id="15" pos="1446" userDrawn="1">
          <p15:clr>
            <a:srgbClr val="F26B43"/>
          </p15:clr>
        </p15:guide>
        <p15:guide id="16" pos="1986" userDrawn="1">
          <p15:clr>
            <a:srgbClr val="F26B43"/>
          </p15:clr>
        </p15:guide>
        <p15:guide id="17" pos="2052" userDrawn="1">
          <p15:clr>
            <a:srgbClr val="F26B43"/>
          </p15:clr>
        </p15:guide>
        <p15:guide id="18" pos="2592" userDrawn="1">
          <p15:clr>
            <a:srgbClr val="F26B43"/>
          </p15:clr>
        </p15:guide>
        <p15:guide id="19" pos="2662" userDrawn="1">
          <p15:clr>
            <a:srgbClr val="F26B43"/>
          </p15:clr>
        </p15:guide>
        <p15:guide id="20" pos="3200" userDrawn="1">
          <p15:clr>
            <a:srgbClr val="F26B43"/>
          </p15:clr>
        </p15:guide>
        <p15:guide id="21" pos="3266" userDrawn="1">
          <p15:clr>
            <a:srgbClr val="F26B43"/>
          </p15:clr>
        </p15:guide>
        <p15:guide id="22" pos="3806" userDrawn="1">
          <p15:clr>
            <a:srgbClr val="F26B43"/>
          </p15:clr>
        </p15:guide>
        <p15:guide id="23" pos="3874" userDrawn="1">
          <p15:clr>
            <a:srgbClr val="F26B43"/>
          </p15:clr>
        </p15:guide>
        <p15:guide id="24" pos="4414" userDrawn="1">
          <p15:clr>
            <a:srgbClr val="F26B43"/>
          </p15:clr>
        </p15:guide>
        <p15:guide id="25" pos="5018" userDrawn="1">
          <p15:clr>
            <a:srgbClr val="F26B43"/>
          </p15:clr>
        </p15:guide>
        <p15:guide id="26" pos="4480" userDrawn="1">
          <p15:clr>
            <a:srgbClr val="F26B43"/>
          </p15:clr>
        </p15:guide>
        <p15:guide id="27" pos="5086" userDrawn="1">
          <p15:clr>
            <a:srgbClr val="F26B43"/>
          </p15:clr>
        </p15:guide>
        <p15:guide id="28" pos="5626" userDrawn="1">
          <p15:clr>
            <a:srgbClr val="F26B43"/>
          </p15:clr>
        </p15:guide>
        <p15:guide id="29" pos="5694" userDrawn="1">
          <p15:clr>
            <a:srgbClr val="F26B43"/>
          </p15:clr>
        </p15:guide>
        <p15:guide id="30" pos="6232" userDrawn="1">
          <p15:clr>
            <a:srgbClr val="F26B43"/>
          </p15:clr>
        </p15:guide>
        <p15:guide id="31" pos="6300" userDrawn="1">
          <p15:clr>
            <a:srgbClr val="F26B43"/>
          </p15:clr>
        </p15:guide>
        <p15:guide id="32" pos="6840" userDrawn="1">
          <p15:clr>
            <a:srgbClr val="F26B43"/>
          </p15:clr>
        </p15:guide>
        <p15:guide id="33" pos="6908" userDrawn="1">
          <p15:clr>
            <a:srgbClr val="F26B43"/>
          </p15:clr>
        </p15:guide>
        <p15:guide id="34" orient="horz" pos="488" userDrawn="1">
          <p15:clr>
            <a:srgbClr val="F26B43"/>
          </p15:clr>
        </p15:guide>
        <p15:guide id="35" orient="horz" pos="560" userDrawn="1">
          <p15:clr>
            <a:srgbClr val="F26B43"/>
          </p15:clr>
        </p15:guide>
        <p15:guide id="36" orient="horz" pos="816" userDrawn="1">
          <p15:clr>
            <a:srgbClr val="F26B43"/>
          </p15:clr>
        </p15:guide>
        <p15:guide id="37" orient="horz" pos="886" userDrawn="1">
          <p15:clr>
            <a:srgbClr val="F26B43"/>
          </p15:clr>
        </p15:guide>
        <p15:guide id="38" orient="horz" pos="1144" userDrawn="1">
          <p15:clr>
            <a:srgbClr val="F26B43"/>
          </p15:clr>
        </p15:guide>
        <p15:guide id="39" orient="horz" pos="1212" userDrawn="1">
          <p15:clr>
            <a:srgbClr val="F26B43"/>
          </p15:clr>
        </p15:guide>
        <p15:guide id="40" orient="horz" pos="1472" userDrawn="1">
          <p15:clr>
            <a:srgbClr val="F26B43"/>
          </p15:clr>
        </p15:guide>
        <p15:guide id="41" orient="horz" pos="1798" userDrawn="1">
          <p15:clr>
            <a:srgbClr val="F26B43"/>
          </p15:clr>
        </p15:guide>
        <p15:guide id="42" orient="horz" pos="1864" userDrawn="1">
          <p15:clr>
            <a:srgbClr val="F26B43"/>
          </p15:clr>
        </p15:guide>
        <p15:guide id="43" orient="horz" pos="2124" userDrawn="1">
          <p15:clr>
            <a:srgbClr val="F26B43"/>
          </p15:clr>
        </p15:guide>
        <p15:guide id="44" orient="horz" pos="2194" userDrawn="1">
          <p15:clr>
            <a:srgbClr val="F26B43"/>
          </p15:clr>
        </p15:guide>
        <p15:guide id="45" orient="horz" pos="2450" userDrawn="1">
          <p15:clr>
            <a:srgbClr val="F26B43"/>
          </p15:clr>
        </p15:guide>
        <p15:guide id="46" orient="horz" pos="2520" userDrawn="1">
          <p15:clr>
            <a:srgbClr val="F26B43"/>
          </p15:clr>
        </p15:guide>
        <p15:guide id="47" orient="horz" pos="2778" userDrawn="1">
          <p15:clr>
            <a:srgbClr val="F26B43"/>
          </p15:clr>
        </p15:guide>
        <p15:guide id="48" orient="horz" pos="2846" userDrawn="1">
          <p15:clr>
            <a:srgbClr val="F26B43"/>
          </p15:clr>
        </p15:guide>
        <p15:guide id="49" orient="horz" pos="3104" userDrawn="1">
          <p15:clr>
            <a:srgbClr val="F26B43"/>
          </p15:clr>
        </p15:guide>
        <p15:guide id="50" orient="horz" pos="3174" userDrawn="1">
          <p15:clr>
            <a:srgbClr val="F26B43"/>
          </p15:clr>
        </p15:guide>
        <p15:guide id="51" orient="horz" pos="3432" userDrawn="1">
          <p15:clr>
            <a:srgbClr val="F26B43"/>
          </p15:clr>
        </p15:guide>
        <p15:guide id="52" orient="horz" pos="3498" userDrawn="1">
          <p15:clr>
            <a:srgbClr val="F26B43"/>
          </p15:clr>
        </p15:guide>
        <p15:guide id="53" orient="horz" pos="3762" userDrawn="1">
          <p15:clr>
            <a:srgbClr val="F26B43"/>
          </p15:clr>
        </p15:guide>
        <p15:guide id="54" orient="horz" pos="3830" userDrawn="1">
          <p15:clr>
            <a:srgbClr val="F26B43"/>
          </p15:clr>
        </p15:guide>
        <p15:guide id="55" orient="horz" pos="153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22D3B5-FCD8-25BE-73F2-46E69F8B21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BDEB1F5-A981-0EA3-BF08-C6F3BE8411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ABFDFE-23E4-9C75-B8F5-18A5A19020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D8A2E8-58FB-4DAA-8BC0-310C17B09634}" type="datetimeFigureOut">
              <a:rPr lang="en-US" smtClean="0"/>
              <a:t>5/5/2026</a:t>
            </a:fld>
            <a:endParaRPr lang="en-US"/>
          </a:p>
        </p:txBody>
      </p:sp>
      <p:sp>
        <p:nvSpPr>
          <p:cNvPr id="5" name="Footer Placeholder 4">
            <a:extLst>
              <a:ext uri="{FF2B5EF4-FFF2-40B4-BE49-F238E27FC236}">
                <a16:creationId xmlns:a16="http://schemas.microsoft.com/office/drawing/2014/main" id="{CA0971F6-49B3-8559-8751-8DC5AFC18B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1360DA2-5771-13D0-50F6-1D0673ED21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C491A4-3D0D-400E-A05A-2C39CD9491A3}" type="slidenum">
              <a:rPr lang="en-US" smtClean="0"/>
              <a:t>‹#›</a:t>
            </a:fld>
            <a:endParaRPr lang="en-US"/>
          </a:p>
        </p:txBody>
      </p:sp>
    </p:spTree>
    <p:extLst>
      <p:ext uri="{BB962C8B-B14F-4D97-AF65-F5344CB8AC3E}">
        <p14:creationId xmlns:p14="http://schemas.microsoft.com/office/powerpoint/2010/main" val="3767685780"/>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 id="2147483894" r:id="rId13"/>
    <p:sldLayoutId id="2147483895" r:id="rId14"/>
    <p:sldLayoutId id="2147483896" r:id="rId15"/>
    <p:sldLayoutId id="2147483897" r:id="rId16"/>
    <p:sldLayoutId id="2147483898"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oleObject" Target="../embeddings/oleObject1.bin"/><Relationship Id="rId7" Type="http://schemas.openxmlformats.org/officeDocument/2006/relationships/image" Target="../media/image8.svg"/><Relationship Id="rId2" Type="http://schemas.openxmlformats.org/officeDocument/2006/relationships/slideLayout" Target="../slideLayouts/slideLayout21.xml"/><Relationship Id="rId1" Type="http://schemas.openxmlformats.org/officeDocument/2006/relationships/tags" Target="../tags/tag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8" Type="http://schemas.openxmlformats.org/officeDocument/2006/relationships/hyperlink" Target="https://www.alight.com/blog/ai-in-the-workplace-generational-differences" TargetMode="External"/><Relationship Id="rId3" Type="http://schemas.openxmlformats.org/officeDocument/2006/relationships/notesSlide" Target="../notesSlides/notesSlide3.xml"/><Relationship Id="rId7" Type="http://schemas.openxmlformats.org/officeDocument/2006/relationships/hyperlink" Target="https://www.langchain.com/stateofaiagents" TargetMode="External"/><Relationship Id="rId2" Type="http://schemas.openxmlformats.org/officeDocument/2006/relationships/slideLayout" Target="../slideLayouts/slideLayout21.xml"/><Relationship Id="rId1" Type="http://schemas.openxmlformats.org/officeDocument/2006/relationships/tags" Target="../tags/tag2.xml"/><Relationship Id="rId6" Type="http://schemas.openxmlformats.org/officeDocument/2006/relationships/hyperlink" Target="https://www.salesforce.com/in/news/press-releases/2024/10/29/agentforce-general-availability-announcement/#:~:text=At%20Dreamforce%202024%2C%20Salesforce%20customers,to%20tackle%20specific%20business%20challenges" TargetMode="External"/><Relationship Id="rId5" Type="http://schemas.openxmlformats.org/officeDocument/2006/relationships/image" Target="../media/image10.emf"/><Relationship Id="rId4" Type="http://schemas.openxmlformats.org/officeDocument/2006/relationships/oleObject" Target="../embeddings/oleObject2.bin"/><Relationship Id="rId9" Type="http://schemas.openxmlformats.org/officeDocument/2006/relationships/image" Target="../media/image11.jpeg"/></Relationships>
</file>

<file path=ppt/slides/_rels/slide5.xml.rels><?xml version="1.0" encoding="UTF-8" standalone="yes"?>
<Relationships xmlns="http://schemas.openxmlformats.org/package/2006/relationships"><Relationship Id="rId8" Type="http://schemas.openxmlformats.org/officeDocument/2006/relationships/hyperlink" Target="https://www.klarna.com/international/press/klarna-accelerates-global-momentum-in-q1-2025-and-unlocks-large-gains-from/" TargetMode="External"/><Relationship Id="rId3" Type="http://schemas.openxmlformats.org/officeDocument/2006/relationships/notesSlide" Target="../notesSlides/notesSlide4.xml"/><Relationship Id="rId7" Type="http://schemas.openxmlformats.org/officeDocument/2006/relationships/hyperlink" Target="https://www.lemonade.com/investor-relations-bo/wp-content/uploads/2025/05/LMND-Shareholder-Letter-Q1-2025.pdf?f=1" TargetMode="External"/><Relationship Id="rId12" Type="http://schemas.openxmlformats.org/officeDocument/2006/relationships/image" Target="../media/image15.png"/><Relationship Id="rId2" Type="http://schemas.openxmlformats.org/officeDocument/2006/relationships/slideLayout" Target="../slideLayouts/slideLayout21.xml"/><Relationship Id="rId1" Type="http://schemas.openxmlformats.org/officeDocument/2006/relationships/tags" Target="../tags/tag3.xml"/><Relationship Id="rId6" Type="http://schemas.openxmlformats.org/officeDocument/2006/relationships/hyperlink" Target="https://ir.upstart.com/news-releases/news-release-details/upstart-announces-results-first-quarter-2025" TargetMode="External"/><Relationship Id="rId11" Type="http://schemas.openxmlformats.org/officeDocument/2006/relationships/image" Target="../media/image14.png"/><Relationship Id="rId5" Type="http://schemas.openxmlformats.org/officeDocument/2006/relationships/image" Target="../media/image12.emf"/><Relationship Id="rId10" Type="http://schemas.microsoft.com/office/2007/relationships/hdphoto" Target="../media/hdphoto1.wdp"/><Relationship Id="rId4" Type="http://schemas.openxmlformats.org/officeDocument/2006/relationships/oleObject" Target="../embeddings/oleObject3.bin"/><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notesSlide" Target="../notesSlides/notesSlide5.xml"/><Relationship Id="rId7" Type="http://schemas.openxmlformats.org/officeDocument/2006/relationships/image" Target="../media/image17.svg"/><Relationship Id="rId2" Type="http://schemas.openxmlformats.org/officeDocument/2006/relationships/slideLayout" Target="../slideLayouts/slideLayout21.xml"/><Relationship Id="rId1" Type="http://schemas.openxmlformats.org/officeDocument/2006/relationships/tags" Target="../tags/tag4.xml"/><Relationship Id="rId6" Type="http://schemas.openxmlformats.org/officeDocument/2006/relationships/image" Target="../media/image16.svg"/><Relationship Id="rId5" Type="http://schemas.openxmlformats.org/officeDocument/2006/relationships/image" Target="../media/image12.emf"/><Relationship Id="rId4" Type="http://schemas.openxmlformats.org/officeDocument/2006/relationships/oleObject" Target="../embeddings/oleObject4.bin"/><Relationship Id="rId9" Type="http://schemas.openxmlformats.org/officeDocument/2006/relationships/image" Target="../media/image19.svg"/></Relationships>
</file>

<file path=ppt/slides/_rels/slide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2.svg"/><Relationship Id="rId4" Type="http://schemas.openxmlformats.org/officeDocument/2006/relationships/image" Target="../media/image21.svg"/></Relationships>
</file>

<file path=ppt/slides/_rels/slide8.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svg"/><Relationship Id="rId7" Type="http://schemas.openxmlformats.org/officeDocument/2006/relationships/image" Target="../media/image27.svg"/><Relationship Id="rId12" Type="http://schemas.openxmlformats.org/officeDocument/2006/relationships/image" Target="../media/image32.svg"/><Relationship Id="rId2" Type="http://schemas.openxmlformats.org/officeDocument/2006/relationships/notesSlide" Target="../notesSlides/notesSlide7.xml"/><Relationship Id="rId1" Type="http://schemas.openxmlformats.org/officeDocument/2006/relationships/slideLayout" Target="../slideLayouts/slideLayout21.xml"/><Relationship Id="rId6" Type="http://schemas.openxmlformats.org/officeDocument/2006/relationships/image" Target="../media/image26.svg"/><Relationship Id="rId11" Type="http://schemas.openxmlformats.org/officeDocument/2006/relationships/image" Target="../media/image31.svg"/><Relationship Id="rId5" Type="http://schemas.openxmlformats.org/officeDocument/2006/relationships/image" Target="../media/image25.sv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svg"/></Relationships>
</file>

<file path=ppt/slides/_rels/slide9.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19.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svg"/><Relationship Id="rId5" Type="http://schemas.openxmlformats.org/officeDocument/2006/relationships/image" Target="../media/image20.svg"/><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68.xml"/><Relationship Id="rId4" Type="http://schemas.openxmlformats.org/officeDocument/2006/relationships/image" Target="../media/image20.svg"/></Relationships>
</file>

<file path=ppt/slides/_rels/slide1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notesSlide" Target="../notesSlides/notesSlide11.xml"/><Relationship Id="rId7" Type="http://schemas.openxmlformats.org/officeDocument/2006/relationships/image" Target="../media/image37.svg"/><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36.svg"/><Relationship Id="rId5" Type="http://schemas.openxmlformats.org/officeDocument/2006/relationships/image" Target="../media/image35.emf"/><Relationship Id="rId4"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8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867C-3856-C0D9-DCE0-ADBD5C0B69E9}"/>
            </a:ext>
          </a:extLst>
        </p:cNvPr>
        <p:cNvGrpSpPr/>
        <p:nvPr/>
      </p:nvGrpSpPr>
      <p:grpSpPr>
        <a:xfrm>
          <a:off x="0" y="0"/>
          <a:ext cx="0" cy="0"/>
          <a:chOff x="0" y="0"/>
          <a:chExt cx="0" cy="0"/>
        </a:xfrm>
      </p:grpSpPr>
      <p:pic>
        <p:nvPicPr>
          <p:cNvPr id="3" name="Picture Placeholder 6">
            <a:extLst>
              <a:ext uri="{FF2B5EF4-FFF2-40B4-BE49-F238E27FC236}">
                <a16:creationId xmlns:a16="http://schemas.microsoft.com/office/drawing/2014/main" id="{F8C7F949-EDFE-4900-5123-1ABF2D8683F2}"/>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rcRect l="41" r="41"/>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2DBF121-4939-9A21-A839-230CC776A674}"/>
              </a:ext>
            </a:extLst>
          </p:cNvPr>
          <p:cNvSpPr>
            <a:spLocks noGrp="1"/>
          </p:cNvSpPr>
          <p:nvPr>
            <p:ph type="ctrTitle"/>
          </p:nvPr>
        </p:nvSpPr>
        <p:spPr>
          <a:xfrm>
            <a:off x="372618" y="1935032"/>
            <a:ext cx="5669408" cy="1828800"/>
          </a:xfrm>
        </p:spPr>
        <p:txBody>
          <a:bodyPr/>
          <a:lstStyle/>
          <a:p>
            <a:r>
              <a:rPr lang="en-GB">
                <a:solidFill>
                  <a:srgbClr val="000000"/>
                </a:solidFill>
                <a:ea typeface="+mj-lt"/>
                <a:cs typeface="+mj-lt"/>
              </a:rPr>
              <a:t>The Next Generation of Risk Analytics</a:t>
            </a:r>
            <a:endParaRPr lang="en-US" sz="2800"/>
          </a:p>
        </p:txBody>
      </p:sp>
      <p:sp>
        <p:nvSpPr>
          <p:cNvPr id="9" name="Subtitle 8">
            <a:extLst>
              <a:ext uri="{FF2B5EF4-FFF2-40B4-BE49-F238E27FC236}">
                <a16:creationId xmlns:a16="http://schemas.microsoft.com/office/drawing/2014/main" id="{6D45FBCF-F654-37CF-10CA-7AB40D869512}"/>
              </a:ext>
            </a:extLst>
          </p:cNvPr>
          <p:cNvSpPr>
            <a:spLocks noGrp="1"/>
          </p:cNvSpPr>
          <p:nvPr>
            <p:ph type="subTitle" idx="1"/>
          </p:nvPr>
        </p:nvSpPr>
        <p:spPr/>
        <p:txBody>
          <a:bodyPr/>
          <a:lstStyle/>
          <a:p>
            <a:r>
              <a:rPr lang="en-GB" noProof="0"/>
              <a:t>Powered by </a:t>
            </a:r>
            <a:r>
              <a:rPr lang="en-GB" b="1" noProof="0"/>
              <a:t>Agentic Orchestration</a:t>
            </a:r>
          </a:p>
        </p:txBody>
      </p:sp>
      <p:pic>
        <p:nvPicPr>
          <p:cNvPr id="4" name="Graphic 3">
            <a:extLst>
              <a:ext uri="{FF2B5EF4-FFF2-40B4-BE49-F238E27FC236}">
                <a16:creationId xmlns:a16="http://schemas.microsoft.com/office/drawing/2014/main" id="{DA645D9A-44F6-13D8-805F-074845504E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1865854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0814E-2105-0E85-1FFE-46D5E33031D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C045AA2-55DE-BFD7-0957-1B6034DE82C7}"/>
              </a:ext>
            </a:extLst>
          </p:cNvPr>
          <p:cNvSpPr>
            <a:spLocks noGrp="1"/>
          </p:cNvSpPr>
          <p:nvPr>
            <p:ph type="title"/>
          </p:nvPr>
        </p:nvSpPr>
        <p:spPr>
          <a:xfrm>
            <a:off x="392294" y="4359473"/>
            <a:ext cx="4182718" cy="830997"/>
          </a:xfrm>
        </p:spPr>
        <p:txBody>
          <a:bodyPr/>
          <a:lstStyle/>
          <a:p>
            <a:r>
              <a:rPr lang="en-GB" noProof="0"/>
              <a:t>Agenda </a:t>
            </a:r>
          </a:p>
        </p:txBody>
      </p:sp>
      <p:graphicFrame>
        <p:nvGraphicFramePr>
          <p:cNvPr id="11" name="Table Placeholder 10">
            <a:extLst>
              <a:ext uri="{FF2B5EF4-FFF2-40B4-BE49-F238E27FC236}">
                <a16:creationId xmlns:a16="http://schemas.microsoft.com/office/drawing/2014/main" id="{F53DE659-B307-2614-5219-4D305623F81F}"/>
              </a:ext>
            </a:extLst>
          </p:cNvPr>
          <p:cNvGraphicFramePr>
            <a:graphicFrameLocks noGrp="1"/>
          </p:cNvGraphicFramePr>
          <p:nvPr>
            <p:ph type="tbl" sz="quarter" idx="4294967295"/>
            <p:extLst>
              <p:ext uri="{D42A27DB-BD31-4B8C-83A1-F6EECF244321}">
                <p14:modId xmlns:p14="http://schemas.microsoft.com/office/powerpoint/2010/main" val="486563660"/>
              </p:ext>
            </p:extLst>
          </p:nvPr>
        </p:nvGraphicFramePr>
        <p:xfrm>
          <a:off x="5188181" y="781051"/>
          <a:ext cx="6635519" cy="5334000"/>
        </p:xfrm>
        <a:graphic>
          <a:graphicData uri="http://schemas.openxmlformats.org/drawingml/2006/table">
            <a:tbl>
              <a:tblPr firstRow="1" bandRow="1">
                <a:tableStyleId>{5C22544A-7EE6-4342-B048-85BDC9FD1C3A}</a:tableStyleId>
              </a:tblPr>
              <a:tblGrid>
                <a:gridCol w="746276">
                  <a:extLst>
                    <a:ext uri="{9D8B030D-6E8A-4147-A177-3AD203B41FA5}">
                      <a16:colId xmlns:a16="http://schemas.microsoft.com/office/drawing/2014/main" val="1314619758"/>
                    </a:ext>
                  </a:extLst>
                </a:gridCol>
                <a:gridCol w="5889243">
                  <a:extLst>
                    <a:ext uri="{9D8B030D-6E8A-4147-A177-3AD203B41FA5}">
                      <a16:colId xmlns:a16="http://schemas.microsoft.com/office/drawing/2014/main" val="3036823544"/>
                    </a:ext>
                  </a:extLst>
                </a:gridCol>
              </a:tblGrid>
              <a:tr h="0">
                <a:tc>
                  <a:txBody>
                    <a:bodyPr/>
                    <a:lstStyle/>
                    <a:p>
                      <a:pPr algn="ctr">
                        <a:lnSpc>
                          <a:spcPct val="100000"/>
                        </a:lnSpc>
                      </a:pPr>
                      <a:r>
                        <a:rPr lang="en-GB" sz="1600" noProof="0">
                          <a:solidFill>
                            <a:schemeClr val="accent1"/>
                          </a:solidFill>
                        </a:rPr>
                        <a:t>3</a:t>
                      </a:r>
                    </a:p>
                  </a:txBody>
                  <a:tcP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None/>
                        <a:tabLst/>
                        <a:defRPr/>
                      </a:pPr>
                      <a:r>
                        <a:rPr lang="en-US" sz="1600" b="0" i="0" u="none" strike="noStrike" kern="1200" cap="none" spc="0" normalizeH="0" baseline="0" noProof="0">
                          <a:ln>
                            <a:noFill/>
                          </a:ln>
                          <a:solidFill>
                            <a:srgbClr val="000000"/>
                          </a:solidFill>
                          <a:effectLst/>
                          <a:uLnTx/>
                          <a:uFillTx/>
                          <a:latin typeface="+mn-lt"/>
                          <a:ea typeface="+mn-ea"/>
                          <a:cs typeface="+mn-cs"/>
                        </a:rPr>
                        <a:t>A Day in the Life of a Modern Risk Function</a:t>
                      </a:r>
                      <a:endParaRPr kumimoji="0" lang="da-DK" sz="1600" b="0" i="0" u="none" strike="noStrike" kern="1200" cap="none" spc="0" normalizeH="0" baseline="0" noProof="0">
                        <a:ln>
                          <a:noFill/>
                        </a:ln>
                        <a:solidFill>
                          <a:srgbClr val="000000"/>
                        </a:solidFill>
                        <a:effectLst/>
                        <a:uLnTx/>
                        <a:uFillTx/>
                        <a:latin typeface="+mn-lt"/>
                        <a:ea typeface="+mn-ea"/>
                        <a:cs typeface="+mn-cs"/>
                      </a:endParaRPr>
                    </a:p>
                  </a:txBody>
                  <a:tcP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9130521"/>
                  </a:ext>
                </a:extLst>
              </a:tr>
              <a:tr h="0">
                <a:tc>
                  <a:txBody>
                    <a:bodyPr/>
                    <a:lstStyle/>
                    <a:p>
                      <a:pPr algn="ctr">
                        <a:lnSpc>
                          <a:spcPct val="100000"/>
                        </a:lnSpc>
                      </a:pPr>
                      <a:r>
                        <a:rPr lang="en-GB" sz="1600" b="1" noProof="0">
                          <a:solidFill>
                            <a:schemeClr val="accent1"/>
                          </a:solidFill>
                        </a:rPr>
                        <a:t>4</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600" b="0" i="0" u="none" strike="noStrike" kern="1200" cap="none" spc="0" normalizeH="0" baseline="0" noProof="0">
                          <a:ln>
                            <a:noFill/>
                          </a:ln>
                          <a:solidFill>
                            <a:srgbClr val="000000"/>
                          </a:solidFill>
                          <a:effectLst/>
                          <a:uLnTx/>
                          <a:uFillTx/>
                          <a:latin typeface="+mn-lt"/>
                          <a:ea typeface="+mn-ea"/>
                          <a:cs typeface="+mn-cs"/>
                        </a:rPr>
                        <a:t>The disruption of work has begun</a:t>
                      </a:r>
                      <a:endParaRPr kumimoji="0" lang="da-DK" sz="1600" b="0" i="0" u="none" strike="noStrike" kern="1200" cap="none" spc="0" normalizeH="0" baseline="0" noProof="0">
                        <a:ln>
                          <a:noFill/>
                        </a:ln>
                        <a:solidFill>
                          <a:srgbClr val="000000"/>
                        </a:solidFill>
                        <a:effectLst/>
                        <a:uLnTx/>
                        <a:uFillTx/>
                        <a:latin typeface="+mn-lt"/>
                        <a:ea typeface="+mn-ea"/>
                        <a:cs typeface="+mn-c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14923806"/>
                  </a:ext>
                </a:extLst>
              </a:tr>
              <a:tr h="288219">
                <a:tc>
                  <a:txBody>
                    <a:bodyPr/>
                    <a:lstStyle/>
                    <a:p>
                      <a:pPr algn="ctr">
                        <a:lnSpc>
                          <a:spcPct val="100000"/>
                        </a:lnSpc>
                      </a:pPr>
                      <a:r>
                        <a:rPr lang="en-GB" sz="1600" b="1" noProof="0">
                          <a:solidFill>
                            <a:schemeClr val="accent1"/>
                          </a:solidFill>
                        </a:rPr>
                        <a:t>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600" b="0" i="0" u="none" strike="noStrike" kern="1200" cap="none" spc="0" normalizeH="0" baseline="0" noProof="0">
                          <a:ln>
                            <a:noFill/>
                          </a:ln>
                          <a:solidFill>
                            <a:srgbClr val="000000"/>
                          </a:solidFill>
                          <a:effectLst/>
                          <a:uLnTx/>
                          <a:uFillTx/>
                          <a:latin typeface="+mn-lt"/>
                          <a:ea typeface="+mn-ea"/>
                          <a:cs typeface="+mn-cs"/>
                        </a:rPr>
                        <a:t>Native AI companies have shown what the productivity revolution looks like</a:t>
                      </a:r>
                      <a:endParaRPr kumimoji="0" lang="da-DK" sz="1600" b="0" i="0" u="none" strike="noStrike" kern="1200" cap="none" spc="0" normalizeH="0" baseline="0" noProof="0">
                        <a:ln>
                          <a:noFill/>
                        </a:ln>
                        <a:solidFill>
                          <a:srgbClr val="000000"/>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01688120"/>
                  </a:ext>
                </a:extLst>
              </a:tr>
              <a:tr h="2882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noProof="0">
                          <a:solidFill>
                            <a:schemeClr val="accent1"/>
                          </a:solidFill>
                        </a:rPr>
                        <a:t>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Native AI companies are leading the way -demonstrating what is possible</a:t>
                      </a:r>
                      <a:endParaRPr kumimoji="0" lang="da-DK" sz="1600" b="0" i="0" u="none" strike="noStrike" kern="1200" cap="none" spc="0" normalizeH="0" baseline="0" noProof="0">
                        <a:ln>
                          <a:noFill/>
                        </a:ln>
                        <a:solidFill>
                          <a:srgbClr val="000000"/>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93396"/>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noProof="0">
                          <a:solidFill>
                            <a:schemeClr val="accent1"/>
                          </a:solidFill>
                        </a:rPr>
                        <a:t>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Guiding Clients Towards the value generating ‘Agentic Enabled Zone’ in Financial Services</a:t>
                      </a:r>
                      <a:endParaRPr kumimoji="0" lang="da-DK" sz="1600" b="0" i="0" u="none" strike="noStrike" kern="1200" cap="none" spc="0" normalizeH="0" baseline="0" noProof="0">
                        <a:ln>
                          <a:noFill/>
                        </a:ln>
                        <a:solidFill>
                          <a:srgbClr val="000000"/>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06500046"/>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noProof="0">
                          <a:solidFill>
                            <a:schemeClr val="accent1"/>
                          </a:solidFill>
                        </a:rPr>
                        <a:t>8</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Where Agentic AI Sits in the Risk Tech Stack</a:t>
                      </a:r>
                      <a:endParaRPr kumimoji="0" lang="da-DK" sz="1600" b="0" i="0" u="none" strike="noStrike" kern="1200" cap="none" spc="0" normalizeH="0" baseline="0" noProof="0">
                        <a:ln>
                          <a:noFill/>
                        </a:ln>
                        <a:solidFill>
                          <a:srgbClr val="000000"/>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47277467"/>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noProof="0">
                          <a:solidFill>
                            <a:schemeClr val="accent1"/>
                          </a:solidFill>
                        </a:rPr>
                        <a:t>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What is the backbone of this future | What are AI Agents</a:t>
                      </a:r>
                      <a:endParaRPr kumimoji="0" lang="da-DK" sz="1600" b="0" i="0" u="none" strike="noStrike" kern="1200" cap="none" spc="0" normalizeH="0" baseline="0" noProof="0">
                        <a:ln>
                          <a:noFill/>
                        </a:ln>
                        <a:solidFill>
                          <a:srgbClr val="000000"/>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370695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noProof="0">
                          <a:solidFill>
                            <a:schemeClr val="accent1"/>
                          </a:solidFill>
                        </a:rPr>
                        <a:t>10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What Is “Next Generation Risk Analytics”?</a:t>
                      </a:r>
                      <a:endParaRPr kumimoji="0" lang="da-DK" sz="1600" b="0" i="0" u="none" strike="noStrike" kern="1200" cap="none" spc="0" normalizeH="0" baseline="0" noProof="0">
                        <a:ln>
                          <a:noFill/>
                        </a:ln>
                        <a:solidFill>
                          <a:srgbClr val="000000"/>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22100825"/>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noProof="0">
                          <a:solidFill>
                            <a:schemeClr val="accent1"/>
                          </a:solidFill>
                        </a:rPr>
                        <a:t>11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C-Suite Engagement Map</a:t>
                      </a:r>
                      <a:endParaRPr kumimoji="0" lang="da-DK" sz="1600" b="0" i="0" u="none" strike="noStrike" kern="1200" cap="none" spc="0" normalizeH="0" baseline="0" noProof="0">
                        <a:ln>
                          <a:noFill/>
                        </a:ln>
                        <a:solidFill>
                          <a:srgbClr val="000000"/>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96149636"/>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noProof="0">
                          <a:solidFill>
                            <a:schemeClr val="accent1"/>
                          </a:solidFill>
                        </a:rPr>
                        <a:t>13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Applying Agentic AI across the risk &amp; compliance value chain – a focus on Testing &amp; Monitoring</a:t>
                      </a:r>
                      <a:endParaRPr kumimoji="0" lang="da-DK" sz="1600" b="0" i="0" u="none" strike="noStrike" kern="1200" cap="none" spc="0" normalizeH="0" baseline="0" noProof="0">
                        <a:ln>
                          <a:noFill/>
                        </a:ln>
                        <a:solidFill>
                          <a:srgbClr val="000000"/>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51078773"/>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noProof="0">
                          <a:solidFill>
                            <a:schemeClr val="accent1"/>
                          </a:solidFill>
                        </a:rPr>
                        <a:t>15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An Agentic AI framework for Control Design Assessment</a:t>
                      </a:r>
                      <a:endParaRPr kumimoji="0" lang="da-DK" sz="1600" b="0" i="0" u="none" strike="noStrike" kern="1200" cap="none" spc="0" normalizeH="0" baseline="0" noProof="0">
                        <a:ln>
                          <a:noFill/>
                        </a:ln>
                        <a:solidFill>
                          <a:srgbClr val="000000"/>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78820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noProof="0">
                          <a:solidFill>
                            <a:schemeClr val="accent1"/>
                          </a:solidFill>
                        </a:rPr>
                        <a:t>16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a:t>The Integrated Risk Management Solution Life Cycle</a:t>
                      </a:r>
                      <a:endParaRPr kumimoji="0" lang="da-DK" sz="1600" b="0" i="0" u="none" strike="noStrike" kern="1200" cap="none" spc="0" normalizeH="0" baseline="0" noProof="0">
                        <a:ln>
                          <a:noFill/>
                        </a:ln>
                        <a:solidFill>
                          <a:srgbClr val="000000"/>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45663526"/>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noProof="0">
                          <a:solidFill>
                            <a:schemeClr val="accent1"/>
                          </a:solidFill>
                        </a:rPr>
                        <a:t>18</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Risks Introduced by Agentic AI</a:t>
                      </a:r>
                      <a:endParaRPr kumimoji="0" lang="da-DK" sz="1600" b="0" i="0" u="none" strike="noStrike" kern="1200" cap="none" spc="0" normalizeH="0" baseline="0" noProof="0">
                        <a:ln>
                          <a:noFill/>
                        </a:ln>
                        <a:solidFill>
                          <a:srgbClr val="000000"/>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82704168"/>
                  </a:ext>
                </a:extLst>
              </a:tr>
            </a:tbl>
          </a:graphicData>
        </a:graphic>
      </p:graphicFrame>
    </p:spTree>
    <p:extLst>
      <p:ext uri="{BB962C8B-B14F-4D97-AF65-F5344CB8AC3E}">
        <p14:creationId xmlns:p14="http://schemas.microsoft.com/office/powerpoint/2010/main" val="853651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FC705-3D56-6950-A46D-140B835B58A8}"/>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178F4B2-4ED6-5497-7A2D-C1E9FD596A0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13" imgH="513" progId="TCLayout.ActiveDocument.1">
                  <p:embed/>
                </p:oleObj>
              </mc:Choice>
              <mc:Fallback>
                <p:oleObj name="think-cell Slide" r:id="rId3" imgW="513" imgH="513" progId="TCLayout.ActiveDocument.1">
                  <p:embed/>
                  <p:pic>
                    <p:nvPicPr>
                      <p:cNvPr id="6" name="think-cell data - do not delete" hidden="1">
                        <a:extLst>
                          <a:ext uri="{FF2B5EF4-FFF2-40B4-BE49-F238E27FC236}">
                            <a16:creationId xmlns:a16="http://schemas.microsoft.com/office/drawing/2014/main" id="{F178F4B2-4ED6-5497-7A2D-C1E9FD596A0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17" name="Straight Connector 16">
            <a:extLst>
              <a:ext uri="{FF2B5EF4-FFF2-40B4-BE49-F238E27FC236}">
                <a16:creationId xmlns:a16="http://schemas.microsoft.com/office/drawing/2014/main" id="{9E3C1BD9-80EC-ED6D-DB93-3058C3C8BF9A}"/>
              </a:ext>
            </a:extLst>
          </p:cNvPr>
          <p:cNvCxnSpPr>
            <a:cxnSpLocks/>
          </p:cNvCxnSpPr>
          <p:nvPr/>
        </p:nvCxnSpPr>
        <p:spPr>
          <a:xfrm>
            <a:off x="0" y="2500991"/>
            <a:ext cx="12192000" cy="0"/>
          </a:xfrm>
          <a:prstGeom prst="line">
            <a:avLst/>
          </a:prstGeom>
          <a:ln w="254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CD6BB234-FBC7-CA41-2E85-46C91DEBAD20}"/>
              </a:ext>
            </a:extLst>
          </p:cNvPr>
          <p:cNvSpPr/>
          <p:nvPr/>
        </p:nvSpPr>
        <p:spPr>
          <a:xfrm>
            <a:off x="1608376" y="2363831"/>
            <a:ext cx="274320" cy="274320"/>
          </a:xfrm>
          <a:prstGeom prst="rect">
            <a:avLst/>
          </a:prstGeom>
          <a:solidFill>
            <a:srgbClr val="FFCDA8"/>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kern="0">
              <a:solidFill>
                <a:schemeClr val="tx2"/>
              </a:solidFill>
            </a:endParaRPr>
          </a:p>
        </p:txBody>
      </p:sp>
      <p:sp>
        <p:nvSpPr>
          <p:cNvPr id="14" name="Rectangle 13">
            <a:extLst>
              <a:ext uri="{FF2B5EF4-FFF2-40B4-BE49-F238E27FC236}">
                <a16:creationId xmlns:a16="http://schemas.microsoft.com/office/drawing/2014/main" id="{0215CD28-FB81-92C4-FF82-D13E23E2125A}"/>
              </a:ext>
            </a:extLst>
          </p:cNvPr>
          <p:cNvSpPr/>
          <p:nvPr/>
        </p:nvSpPr>
        <p:spPr>
          <a:xfrm>
            <a:off x="4504249" y="2363831"/>
            <a:ext cx="274320" cy="274320"/>
          </a:xfrm>
          <a:prstGeom prst="rect">
            <a:avLst/>
          </a:prstGeom>
          <a:solidFill>
            <a:schemeClr val="accent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kern="0">
              <a:solidFill>
                <a:schemeClr val="tx2"/>
              </a:solidFill>
            </a:endParaRPr>
          </a:p>
        </p:txBody>
      </p:sp>
      <p:sp>
        <p:nvSpPr>
          <p:cNvPr id="15" name="Rectangle 14">
            <a:extLst>
              <a:ext uri="{FF2B5EF4-FFF2-40B4-BE49-F238E27FC236}">
                <a16:creationId xmlns:a16="http://schemas.microsoft.com/office/drawing/2014/main" id="{CFFD7633-E046-39E8-D717-5CBFAC01F2E5}"/>
              </a:ext>
            </a:extLst>
          </p:cNvPr>
          <p:cNvSpPr/>
          <p:nvPr/>
        </p:nvSpPr>
        <p:spPr>
          <a:xfrm>
            <a:off x="7399041" y="2363831"/>
            <a:ext cx="274320" cy="274320"/>
          </a:xfrm>
          <a:prstGeom prst="rect">
            <a:avLst/>
          </a:prstGeom>
          <a:solidFill>
            <a:srgbClr val="FFAA7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kern="0">
              <a:solidFill>
                <a:schemeClr val="tx2"/>
              </a:solidFill>
            </a:endParaRPr>
          </a:p>
        </p:txBody>
      </p:sp>
      <p:sp>
        <p:nvSpPr>
          <p:cNvPr id="16" name="Rectangle 15">
            <a:extLst>
              <a:ext uri="{FF2B5EF4-FFF2-40B4-BE49-F238E27FC236}">
                <a16:creationId xmlns:a16="http://schemas.microsoft.com/office/drawing/2014/main" id="{007DCCB4-C87B-9EED-33ED-B6D58712A264}"/>
              </a:ext>
            </a:extLst>
          </p:cNvPr>
          <p:cNvSpPr/>
          <p:nvPr/>
        </p:nvSpPr>
        <p:spPr>
          <a:xfrm>
            <a:off x="10295994" y="2363831"/>
            <a:ext cx="274320" cy="274320"/>
          </a:xfrm>
          <a:prstGeom prst="rect">
            <a:avLst/>
          </a:prstGeom>
          <a:solidFill>
            <a:srgbClr val="FE7C39"/>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kern="0">
              <a:solidFill>
                <a:schemeClr val="tx2"/>
              </a:solidFill>
            </a:endParaRPr>
          </a:p>
        </p:txBody>
      </p:sp>
      <p:sp>
        <p:nvSpPr>
          <p:cNvPr id="25" name="TextBox 24">
            <a:extLst>
              <a:ext uri="{FF2B5EF4-FFF2-40B4-BE49-F238E27FC236}">
                <a16:creationId xmlns:a16="http://schemas.microsoft.com/office/drawing/2014/main" id="{81EFF871-0374-7C2B-AD60-24CD902B4126}"/>
              </a:ext>
            </a:extLst>
          </p:cNvPr>
          <p:cNvSpPr txBox="1"/>
          <p:nvPr/>
        </p:nvSpPr>
        <p:spPr>
          <a:xfrm>
            <a:off x="369364" y="3337118"/>
            <a:ext cx="2752344" cy="1508105"/>
          </a:xfrm>
          <a:prstGeom prst="rect">
            <a:avLst/>
          </a:prstGeom>
          <a:noFill/>
        </p:spPr>
        <p:txBody>
          <a:bodyPr wrap="square" lIns="0" tIns="0" rIns="0" bIns="0" anchor="t">
            <a:spAutoFit/>
          </a:bodyPr>
          <a:lstStyle/>
          <a:p>
            <a:r>
              <a:rPr lang="en-US" sz="1400" kern="0">
                <a:solidFill>
                  <a:schemeClr val="tx2"/>
                </a:solidFill>
                <a:highlight>
                  <a:srgbClr val="FFFFFF"/>
                </a:highlight>
                <a:ea typeface="+mn-lt"/>
                <a:cs typeface="+mn-lt"/>
              </a:rPr>
              <a:t>Overnight, AI agents monitor risk signals across customer activity, operations, and controls. The orchestration layer ranks alerts, links each to a control and owner, and routes only material items for review and sign‑off.</a:t>
            </a:r>
            <a:endParaRPr lang="en-US" sz="1400">
              <a:solidFill>
                <a:schemeClr val="tx2"/>
              </a:solidFill>
              <a:highlight>
                <a:srgbClr val="FFFFFF"/>
              </a:highlight>
              <a:ea typeface="+mn-lt"/>
              <a:cs typeface="+mn-lt"/>
            </a:endParaRPr>
          </a:p>
        </p:txBody>
      </p:sp>
      <p:sp>
        <p:nvSpPr>
          <p:cNvPr id="26" name="Rectangle 25">
            <a:extLst>
              <a:ext uri="{FF2B5EF4-FFF2-40B4-BE49-F238E27FC236}">
                <a16:creationId xmlns:a16="http://schemas.microsoft.com/office/drawing/2014/main" id="{F3DBF3CC-AD88-46DF-985F-D4C62DA093A1}"/>
              </a:ext>
            </a:extLst>
          </p:cNvPr>
          <p:cNvSpPr/>
          <p:nvPr/>
        </p:nvSpPr>
        <p:spPr>
          <a:xfrm>
            <a:off x="369363" y="5371323"/>
            <a:ext cx="2783411" cy="954107"/>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noAutofit/>
          </a:bodyPr>
          <a:lstStyle/>
          <a:p>
            <a:r>
              <a:rPr lang="en-US" sz="1400" b="1" kern="0">
                <a:solidFill>
                  <a:schemeClr val="tx2"/>
                </a:solidFill>
                <a:cs typeface="Arial"/>
              </a:rPr>
              <a:t>Outcome: </a:t>
            </a:r>
            <a:r>
              <a:rPr lang="en-US" sz="1400" kern="0">
                <a:solidFill>
                  <a:schemeClr val="tx2"/>
                </a:solidFill>
                <a:ea typeface="+mn-lt"/>
                <a:cs typeface="+mn-lt"/>
              </a:rPr>
              <a:t>Business teams move faster because risk guardrails are embedded, not bolted on.</a:t>
            </a:r>
          </a:p>
        </p:txBody>
      </p:sp>
      <p:sp>
        <p:nvSpPr>
          <p:cNvPr id="30" name="TextBox 29">
            <a:extLst>
              <a:ext uri="{FF2B5EF4-FFF2-40B4-BE49-F238E27FC236}">
                <a16:creationId xmlns:a16="http://schemas.microsoft.com/office/drawing/2014/main" id="{B32C8FE1-0658-F980-3D66-57A13733848F}"/>
              </a:ext>
            </a:extLst>
          </p:cNvPr>
          <p:cNvSpPr txBox="1"/>
          <p:nvPr/>
        </p:nvSpPr>
        <p:spPr>
          <a:xfrm>
            <a:off x="3265237" y="3337118"/>
            <a:ext cx="2752344" cy="1508105"/>
          </a:xfrm>
          <a:prstGeom prst="rect">
            <a:avLst/>
          </a:prstGeom>
          <a:noFill/>
        </p:spPr>
        <p:txBody>
          <a:bodyPr wrap="square" lIns="0" tIns="0" rIns="0" bIns="0" anchor="t">
            <a:spAutoFit/>
          </a:bodyPr>
          <a:lstStyle/>
          <a:p>
            <a:r>
              <a:rPr lang="en-US" sz="1400" kern="0">
                <a:solidFill>
                  <a:schemeClr val="tx2"/>
                </a:solidFill>
                <a:highlight>
                  <a:srgbClr val="FFFFFF"/>
                </a:highlight>
                <a:ea typeface="+mn-lt"/>
                <a:cs typeface="+mn-lt"/>
              </a:rPr>
              <a:t>A new rule update arrives and an exam request is logged. Agents draft the impact assessment, map obligations to policies and controls, and pre‑populate evidence asks. A risk lead approves the mapping before testing starts.</a:t>
            </a:r>
            <a:endParaRPr lang="en-US" sz="1400">
              <a:solidFill>
                <a:schemeClr val="tx2"/>
              </a:solidFill>
              <a:highlight>
                <a:srgbClr val="FFFFFF"/>
              </a:highlight>
              <a:ea typeface="+mn-lt"/>
              <a:cs typeface="+mn-lt"/>
            </a:endParaRPr>
          </a:p>
        </p:txBody>
      </p:sp>
      <p:sp>
        <p:nvSpPr>
          <p:cNvPr id="31" name="Rectangle 30">
            <a:extLst>
              <a:ext uri="{FF2B5EF4-FFF2-40B4-BE49-F238E27FC236}">
                <a16:creationId xmlns:a16="http://schemas.microsoft.com/office/drawing/2014/main" id="{41D283BA-73D5-4461-F70B-EF8B0281A96C}"/>
              </a:ext>
            </a:extLst>
          </p:cNvPr>
          <p:cNvSpPr/>
          <p:nvPr/>
        </p:nvSpPr>
        <p:spPr>
          <a:xfrm>
            <a:off x="3265237" y="5371323"/>
            <a:ext cx="2783411" cy="954107"/>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noAutofit/>
          </a:bodyPr>
          <a:lstStyle/>
          <a:p>
            <a:r>
              <a:rPr lang="en-US" sz="1400" b="1" kern="0">
                <a:solidFill>
                  <a:schemeClr val="tx2"/>
                </a:solidFill>
                <a:cs typeface="Arial"/>
              </a:rPr>
              <a:t>Outcome: </a:t>
            </a:r>
            <a:r>
              <a:rPr lang="en-US" sz="1400" kern="0">
                <a:solidFill>
                  <a:schemeClr val="tx2"/>
                </a:solidFill>
                <a:ea typeface="+mn-lt"/>
                <a:cs typeface="+mn-lt"/>
              </a:rPr>
              <a:t>Regulatory change becomes actionable controls: same day.</a:t>
            </a:r>
            <a:endParaRPr lang="en-US" sz="1400">
              <a:solidFill>
                <a:schemeClr val="tx2"/>
              </a:solidFill>
              <a:highlight>
                <a:srgbClr val="FFFFFF"/>
              </a:highlight>
              <a:ea typeface="+mn-lt"/>
              <a:cs typeface="+mn-lt"/>
            </a:endParaRPr>
          </a:p>
        </p:txBody>
      </p:sp>
      <p:sp>
        <p:nvSpPr>
          <p:cNvPr id="34" name="TextBox 33">
            <a:extLst>
              <a:ext uri="{FF2B5EF4-FFF2-40B4-BE49-F238E27FC236}">
                <a16:creationId xmlns:a16="http://schemas.microsoft.com/office/drawing/2014/main" id="{09EC638B-30B1-80D5-5AAB-780876D88F37}"/>
              </a:ext>
            </a:extLst>
          </p:cNvPr>
          <p:cNvSpPr txBox="1"/>
          <p:nvPr/>
        </p:nvSpPr>
        <p:spPr>
          <a:xfrm>
            <a:off x="6160029" y="3337118"/>
            <a:ext cx="2752344" cy="1938992"/>
          </a:xfrm>
          <a:prstGeom prst="rect">
            <a:avLst/>
          </a:prstGeom>
          <a:noFill/>
        </p:spPr>
        <p:txBody>
          <a:bodyPr wrap="square" lIns="0" tIns="0" rIns="0" bIns="0" anchor="t">
            <a:spAutoFit/>
          </a:bodyPr>
          <a:lstStyle/>
          <a:p>
            <a:r>
              <a:rPr lang="en-US" sz="1400" kern="0">
                <a:solidFill>
                  <a:schemeClr val="tx2"/>
                </a:solidFill>
                <a:highlight>
                  <a:srgbClr val="FFFFFF"/>
                </a:highlight>
                <a:ea typeface="+mn-lt"/>
                <a:cs typeface="+mn-lt"/>
              </a:rPr>
              <a:t>Control tests run continuously, not just at quarter‑end. When an exception appears, agents assemble the “why” (transaction trail, control logic, prior findings) and propose a remediation plan with owners and due dates. Humans validate severity and the corresponding plan.</a:t>
            </a:r>
            <a:endParaRPr lang="en-US" sz="1400">
              <a:solidFill>
                <a:schemeClr val="tx2"/>
              </a:solidFill>
              <a:highlight>
                <a:srgbClr val="FFFFFF"/>
              </a:highlight>
              <a:ea typeface="+mn-lt"/>
              <a:cs typeface="+mn-lt"/>
            </a:endParaRPr>
          </a:p>
        </p:txBody>
      </p:sp>
      <p:sp>
        <p:nvSpPr>
          <p:cNvPr id="35" name="Rectangle 34">
            <a:extLst>
              <a:ext uri="{FF2B5EF4-FFF2-40B4-BE49-F238E27FC236}">
                <a16:creationId xmlns:a16="http://schemas.microsoft.com/office/drawing/2014/main" id="{1875D18F-5377-E139-14AB-065A6C0D596C}"/>
              </a:ext>
            </a:extLst>
          </p:cNvPr>
          <p:cNvSpPr/>
          <p:nvPr/>
        </p:nvSpPr>
        <p:spPr>
          <a:xfrm>
            <a:off x="6160029" y="5371323"/>
            <a:ext cx="2783411" cy="954107"/>
          </a:xfrm>
          <a:prstGeom prst="rect">
            <a:avLst/>
          </a:prstGeom>
          <a:solidFill>
            <a:srgbClr val="FFAA7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noAutofit/>
          </a:bodyPr>
          <a:lstStyle/>
          <a:p>
            <a:r>
              <a:rPr lang="en-US" sz="1400" b="1" kern="0">
                <a:solidFill>
                  <a:schemeClr val="tx2"/>
                </a:solidFill>
                <a:cs typeface="Arial"/>
              </a:rPr>
              <a:t>Outcome: </a:t>
            </a:r>
            <a:r>
              <a:rPr lang="en-US" sz="1400" kern="0">
                <a:solidFill>
                  <a:schemeClr val="tx2"/>
                </a:solidFill>
                <a:ea typeface="+mn-lt"/>
                <a:cs typeface="+mn-lt"/>
              </a:rPr>
              <a:t>Faster fixes, with traceability from issue to action.</a:t>
            </a:r>
          </a:p>
        </p:txBody>
      </p:sp>
      <p:sp>
        <p:nvSpPr>
          <p:cNvPr id="38" name="TextBox 37">
            <a:extLst>
              <a:ext uri="{FF2B5EF4-FFF2-40B4-BE49-F238E27FC236}">
                <a16:creationId xmlns:a16="http://schemas.microsoft.com/office/drawing/2014/main" id="{21317094-3469-EE43-E54E-CA912363552A}"/>
              </a:ext>
            </a:extLst>
          </p:cNvPr>
          <p:cNvSpPr txBox="1"/>
          <p:nvPr/>
        </p:nvSpPr>
        <p:spPr>
          <a:xfrm>
            <a:off x="9056982" y="3337118"/>
            <a:ext cx="2752344" cy="1723549"/>
          </a:xfrm>
          <a:prstGeom prst="rect">
            <a:avLst/>
          </a:prstGeom>
          <a:noFill/>
        </p:spPr>
        <p:txBody>
          <a:bodyPr wrap="square" lIns="0" tIns="0" rIns="0" bIns="0" anchor="t">
            <a:spAutoFit/>
          </a:bodyPr>
          <a:lstStyle/>
          <a:p>
            <a:r>
              <a:rPr lang="en-US" sz="1400" kern="0">
                <a:solidFill>
                  <a:schemeClr val="tx2"/>
                </a:solidFill>
                <a:highlight>
                  <a:srgbClr val="FFFFFF"/>
                </a:highlight>
                <a:ea typeface="+mn-lt"/>
                <a:cs typeface="+mn-lt"/>
              </a:rPr>
              <a:t>Before close, the orchestration layer compiles a plain English risk posture: what changed, what was tested, and what is being fixed. Material items are escalated with options and an audit trail. Leaders sign off; agents schedule follow‑ups and retesting.</a:t>
            </a:r>
            <a:endParaRPr lang="en-US" sz="1400">
              <a:solidFill>
                <a:schemeClr val="tx2"/>
              </a:solidFill>
              <a:highlight>
                <a:srgbClr val="FFFFFF"/>
              </a:highlight>
              <a:ea typeface="+mn-lt"/>
              <a:cs typeface="+mn-lt"/>
            </a:endParaRPr>
          </a:p>
        </p:txBody>
      </p:sp>
      <p:sp>
        <p:nvSpPr>
          <p:cNvPr id="39" name="Rectangle 38">
            <a:extLst>
              <a:ext uri="{FF2B5EF4-FFF2-40B4-BE49-F238E27FC236}">
                <a16:creationId xmlns:a16="http://schemas.microsoft.com/office/drawing/2014/main" id="{2EF2B1A7-B453-6BBB-1D7E-1BC881240901}"/>
              </a:ext>
            </a:extLst>
          </p:cNvPr>
          <p:cNvSpPr/>
          <p:nvPr/>
        </p:nvSpPr>
        <p:spPr>
          <a:xfrm>
            <a:off x="9056982" y="5371323"/>
            <a:ext cx="2783411" cy="954107"/>
          </a:xfrm>
          <a:prstGeom prst="rect">
            <a:avLst/>
          </a:prstGeom>
          <a:solidFill>
            <a:srgbClr val="FE7C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noAutofit/>
          </a:bodyPr>
          <a:lstStyle/>
          <a:p>
            <a:r>
              <a:rPr lang="en-US" sz="1400" b="1" kern="0">
                <a:solidFill>
                  <a:schemeClr val="tx2"/>
                </a:solidFill>
                <a:cs typeface="Arial"/>
              </a:rPr>
              <a:t>Final </a:t>
            </a:r>
            <a:r>
              <a:rPr lang="en-US" sz="1400" b="1" kern="0" err="1">
                <a:solidFill>
                  <a:schemeClr val="tx2"/>
                </a:solidFill>
                <a:cs typeface="Arial"/>
              </a:rPr>
              <a:t>Outcome</a:t>
            </a:r>
            <a:r>
              <a:rPr lang="en-US" sz="1400" b="1" kern="0">
                <a:solidFill>
                  <a:schemeClr val="tx2"/>
                </a:solidFill>
                <a:cs typeface="Arial"/>
              </a:rPr>
              <a:t>:</a:t>
            </a:r>
            <a:r>
              <a:rPr lang="en-US" sz="1400" kern="0">
                <a:solidFill>
                  <a:schemeClr val="tx2"/>
                </a:solidFill>
                <a:ea typeface="+mn-lt"/>
                <a:cs typeface="+mn-lt"/>
              </a:rPr>
              <a:t> Proactive risk, fewer fire drills, stronger exam confidence.</a:t>
            </a:r>
          </a:p>
        </p:txBody>
      </p:sp>
      <p:pic>
        <p:nvPicPr>
          <p:cNvPr id="5" name="Graphic 4">
            <a:extLst>
              <a:ext uri="{FF2B5EF4-FFF2-40B4-BE49-F238E27FC236}">
                <a16:creationId xmlns:a16="http://schemas.microsoft.com/office/drawing/2014/main" id="{39280E2A-F2AB-1731-1FA2-6C5B1BAE994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79001" y="1289411"/>
            <a:ext cx="914400" cy="914400"/>
          </a:xfrm>
          <a:prstGeom prst="rect">
            <a:avLst/>
          </a:prstGeom>
        </p:spPr>
      </p:pic>
      <p:pic>
        <p:nvPicPr>
          <p:cNvPr id="18" name="Graphic 17">
            <a:extLst>
              <a:ext uri="{FF2B5EF4-FFF2-40B4-BE49-F238E27FC236}">
                <a16:creationId xmlns:a16="http://schemas.microsoft.com/office/drawing/2014/main" id="{23323313-EC59-2DB7-6780-4FD329A6AE4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184209" y="1371707"/>
            <a:ext cx="914400" cy="914400"/>
          </a:xfrm>
          <a:prstGeom prst="rect">
            <a:avLst/>
          </a:prstGeom>
        </p:spPr>
      </p:pic>
      <p:pic>
        <p:nvPicPr>
          <p:cNvPr id="19" name="Graphic 18">
            <a:extLst>
              <a:ext uri="{FF2B5EF4-FFF2-40B4-BE49-F238E27FC236}">
                <a16:creationId xmlns:a16="http://schemas.microsoft.com/office/drawing/2014/main" id="{E79652AD-A4FB-772B-CC77-091F64A3030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88336" y="1298555"/>
            <a:ext cx="914400" cy="914400"/>
          </a:xfrm>
          <a:prstGeom prst="rect">
            <a:avLst/>
          </a:prstGeom>
        </p:spPr>
      </p:pic>
      <p:pic>
        <p:nvPicPr>
          <p:cNvPr id="20" name="Graphic 19">
            <a:extLst>
              <a:ext uri="{FF2B5EF4-FFF2-40B4-BE49-F238E27FC236}">
                <a16:creationId xmlns:a16="http://schemas.microsoft.com/office/drawing/2014/main" id="{90B58B65-8CD8-8419-9021-16945AE53EE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75954" y="1289411"/>
            <a:ext cx="914400" cy="914400"/>
          </a:xfrm>
          <a:prstGeom prst="rect">
            <a:avLst/>
          </a:prstGeom>
        </p:spPr>
      </p:pic>
      <p:sp>
        <p:nvSpPr>
          <p:cNvPr id="21" name="TextBox 20">
            <a:extLst>
              <a:ext uri="{FF2B5EF4-FFF2-40B4-BE49-F238E27FC236}">
                <a16:creationId xmlns:a16="http://schemas.microsoft.com/office/drawing/2014/main" id="{9F53EC4B-CADD-7688-8634-EF4C54683F02}"/>
              </a:ext>
            </a:extLst>
          </p:cNvPr>
          <p:cNvSpPr txBox="1"/>
          <p:nvPr/>
        </p:nvSpPr>
        <p:spPr>
          <a:xfrm>
            <a:off x="369364" y="2817406"/>
            <a:ext cx="2752344" cy="43088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400" b="1" kern="0">
                <a:solidFill>
                  <a:schemeClr val="tx2"/>
                </a:solidFill>
                <a:ea typeface="+mn-lt"/>
                <a:cs typeface="+mn-lt"/>
              </a:rPr>
              <a:t>9:00 AM | Open the day with continuous risk sensing</a:t>
            </a:r>
          </a:p>
        </p:txBody>
      </p:sp>
      <p:sp>
        <p:nvSpPr>
          <p:cNvPr id="22" name="TextBox 21">
            <a:extLst>
              <a:ext uri="{FF2B5EF4-FFF2-40B4-BE49-F238E27FC236}">
                <a16:creationId xmlns:a16="http://schemas.microsoft.com/office/drawing/2014/main" id="{CCAD4CFA-6FE3-D5EF-99D9-CBD4B934EEA6}"/>
              </a:ext>
            </a:extLst>
          </p:cNvPr>
          <p:cNvSpPr txBox="1"/>
          <p:nvPr/>
        </p:nvSpPr>
        <p:spPr>
          <a:xfrm>
            <a:off x="3265237" y="2817406"/>
            <a:ext cx="2752344" cy="43088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400" b="1" kern="0">
                <a:solidFill>
                  <a:schemeClr val="tx2"/>
                </a:solidFill>
                <a:highlight>
                  <a:srgbClr val="FFFFFF"/>
                </a:highlight>
                <a:ea typeface="+mn-lt"/>
                <a:cs typeface="+mn-lt"/>
              </a:rPr>
              <a:t>11:30 AM | Turn regulatory change into testable controls</a:t>
            </a:r>
          </a:p>
        </p:txBody>
      </p:sp>
      <p:sp>
        <p:nvSpPr>
          <p:cNvPr id="24" name="TextBox 23">
            <a:extLst>
              <a:ext uri="{FF2B5EF4-FFF2-40B4-BE49-F238E27FC236}">
                <a16:creationId xmlns:a16="http://schemas.microsoft.com/office/drawing/2014/main" id="{1DB4E81C-BC6E-6C5E-5F75-D903831B0177}"/>
              </a:ext>
            </a:extLst>
          </p:cNvPr>
          <p:cNvSpPr txBox="1"/>
          <p:nvPr/>
        </p:nvSpPr>
        <p:spPr>
          <a:xfrm>
            <a:off x="6160029" y="2817406"/>
            <a:ext cx="2752344" cy="43088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400" b="1" kern="0">
                <a:solidFill>
                  <a:schemeClr val="tx2"/>
                </a:solidFill>
                <a:highlight>
                  <a:srgbClr val="FFFFFF"/>
                </a:highlight>
                <a:ea typeface="+mn-lt"/>
                <a:cs typeface="+mn-lt"/>
              </a:rPr>
              <a:t>2:00 PM | Continuous control testing and guided remediation</a:t>
            </a:r>
          </a:p>
        </p:txBody>
      </p:sp>
      <p:sp>
        <p:nvSpPr>
          <p:cNvPr id="27" name="TextBox 26">
            <a:extLst>
              <a:ext uri="{FF2B5EF4-FFF2-40B4-BE49-F238E27FC236}">
                <a16:creationId xmlns:a16="http://schemas.microsoft.com/office/drawing/2014/main" id="{7F4EAA23-6720-D50A-2FD3-3C5D27BF3300}"/>
              </a:ext>
            </a:extLst>
          </p:cNvPr>
          <p:cNvSpPr txBox="1"/>
          <p:nvPr/>
        </p:nvSpPr>
        <p:spPr>
          <a:xfrm>
            <a:off x="9056982" y="2817406"/>
            <a:ext cx="2752344" cy="43088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400" b="1" kern="0">
                <a:solidFill>
                  <a:schemeClr val="tx2"/>
                </a:solidFill>
                <a:highlight>
                  <a:srgbClr val="FFFFFF"/>
                </a:highlight>
                <a:ea typeface="+mn-lt"/>
                <a:cs typeface="+mn-lt"/>
              </a:rPr>
              <a:t>5:00 PM | Human governance, audit trails, and tomorrow’s plan</a:t>
            </a:r>
          </a:p>
        </p:txBody>
      </p:sp>
      <p:sp>
        <p:nvSpPr>
          <p:cNvPr id="3" name="Title 2">
            <a:extLst>
              <a:ext uri="{FF2B5EF4-FFF2-40B4-BE49-F238E27FC236}">
                <a16:creationId xmlns:a16="http://schemas.microsoft.com/office/drawing/2014/main" id="{A64E5487-C91F-9626-1AA0-58037AB3DC76}"/>
              </a:ext>
            </a:extLst>
          </p:cNvPr>
          <p:cNvSpPr>
            <a:spLocks noGrp="1"/>
          </p:cNvSpPr>
          <p:nvPr>
            <p:ph type="title"/>
          </p:nvPr>
        </p:nvSpPr>
        <p:spPr/>
        <p:txBody>
          <a:bodyPr/>
          <a:lstStyle/>
          <a:p>
            <a:r>
              <a:rPr lang="en-US"/>
              <a:t>A Day in the Life of a Modern Risk Function</a:t>
            </a:r>
          </a:p>
        </p:txBody>
      </p:sp>
      <p:sp>
        <p:nvSpPr>
          <p:cNvPr id="9" name="Text Placeholder 8">
            <a:extLst>
              <a:ext uri="{FF2B5EF4-FFF2-40B4-BE49-F238E27FC236}">
                <a16:creationId xmlns:a16="http://schemas.microsoft.com/office/drawing/2014/main" id="{7D9327DE-E083-CE2F-7475-BBE5C67D16C2}"/>
              </a:ext>
            </a:extLst>
          </p:cNvPr>
          <p:cNvSpPr>
            <a:spLocks noGrp="1"/>
          </p:cNvSpPr>
          <p:nvPr>
            <p:ph type="body" sz="quarter" idx="10"/>
          </p:nvPr>
        </p:nvSpPr>
        <p:spPr>
          <a:xfrm>
            <a:off x="369364" y="844561"/>
            <a:ext cx="11454336" cy="276999"/>
          </a:xfrm>
        </p:spPr>
        <p:txBody>
          <a:bodyPr/>
          <a:lstStyle/>
          <a:p>
            <a:r>
              <a:rPr lang="en-US"/>
              <a:t>Risk That Moves at the Speed of the Bank</a:t>
            </a:r>
          </a:p>
        </p:txBody>
      </p:sp>
    </p:spTree>
    <p:extLst>
      <p:ext uri="{BB962C8B-B14F-4D97-AF65-F5344CB8AC3E}">
        <p14:creationId xmlns:p14="http://schemas.microsoft.com/office/powerpoint/2010/main" val="2711055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62841D2-005A-222A-6E53-3A1C0CC2CEE6}"/>
              </a:ext>
            </a:extLst>
          </p:cNvPr>
          <p:cNvGraphicFramePr>
            <a:graphicFrameLocks noChangeAspect="1"/>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9" name="think-cell data - do not delete" hidden="1">
                        <a:extLst>
                          <a:ext uri="{FF2B5EF4-FFF2-40B4-BE49-F238E27FC236}">
                            <a16:creationId xmlns:a16="http://schemas.microsoft.com/office/drawing/2014/main" id="{462841D2-005A-222A-6E53-3A1C0CC2CEE6}"/>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77EB67EE-76AE-45D9-686F-FF7E0C84BCCE}"/>
              </a:ext>
            </a:extLst>
          </p:cNvPr>
          <p:cNvSpPr txBox="1"/>
          <p:nvPr/>
        </p:nvSpPr>
        <p:spPr>
          <a:xfrm>
            <a:off x="370062" y="2626007"/>
            <a:ext cx="3746501" cy="954107"/>
          </a:xfrm>
          <a:prstGeom prst="rect">
            <a:avLst/>
          </a:prstGeom>
          <a:solidFill>
            <a:srgbClr val="FFE8D4"/>
          </a:solidFill>
        </p:spPr>
        <p:txBody>
          <a:bodyPr wrap="square" lIns="91440" tIns="45720" rIns="91440" bIns="45720" anchor="t">
            <a:spAutoFit/>
          </a:bodyPr>
          <a:lstStyle/>
          <a:p>
            <a:pPr>
              <a:defRPr/>
            </a:pPr>
            <a:r>
              <a:rPr kumimoji="0" lang="en-US" sz="1400" b="1" i="0" u="none" strike="noStrike" kern="1200" cap="none" spc="0" normalizeH="0" baseline="0" noProof="0">
                <a:ln>
                  <a:noFill/>
                </a:ln>
                <a:effectLst/>
                <a:uLnTx/>
                <a:uFillTx/>
                <a:cs typeface="Helvetica"/>
              </a:rPr>
              <a:t>Traditional Work Structures Are Collapsing </a:t>
            </a:r>
            <a:r>
              <a:rPr kumimoji="0" lang="en-US" sz="1400" b="0" i="0" u="none" strike="noStrike" kern="1200" cap="none" spc="0" normalizeH="0" baseline="0" noProof="0">
                <a:ln>
                  <a:noFill/>
                </a:ln>
                <a:effectLst/>
                <a:uLnTx/>
                <a:uFillTx/>
                <a:cs typeface="Helvetica"/>
              </a:rPr>
              <a:t>- AI is rewriting </a:t>
            </a:r>
            <a:r>
              <a:rPr lang="en-US" sz="1400">
                <a:cs typeface="Helvetica"/>
              </a:rPr>
              <a:t>how industries create and deliver value</a:t>
            </a:r>
            <a:endParaRPr kumimoji="0" lang="en-US" sz="1400" b="0" i="0" u="none" strike="noStrike" kern="1200" cap="none" spc="0" normalizeH="0" baseline="0" noProof="0">
              <a:ln>
                <a:noFill/>
              </a:ln>
              <a:effectLst/>
              <a:uLnTx/>
              <a:uFillTx/>
              <a:cs typeface="Helvetica" panose="020B0604020202020204" pitchFamily="34" charset="0"/>
            </a:endParaRPr>
          </a:p>
          <a:p>
            <a:pPr marL="0" marR="0" lvl="0" indent="0" algn="l" defTabSz="914400" rtl="0" eaLnBrk="1" fontAlgn="auto" latinLnBrk="0" hangingPunct="1">
              <a:buClrTx/>
              <a:buSzTx/>
              <a:buFontTx/>
              <a:buNone/>
              <a:tabLst/>
              <a:defRPr/>
            </a:pPr>
            <a:endParaRPr lang="en-US" sz="1400">
              <a:cs typeface="Helvetica" panose="020B0604020202020204" pitchFamily="34" charset="0"/>
            </a:endParaRPr>
          </a:p>
        </p:txBody>
      </p:sp>
      <p:sp>
        <p:nvSpPr>
          <p:cNvPr id="22" name="Rectangle 21">
            <a:extLst>
              <a:ext uri="{FF2B5EF4-FFF2-40B4-BE49-F238E27FC236}">
                <a16:creationId xmlns:a16="http://schemas.microsoft.com/office/drawing/2014/main" id="{DF5C287E-A00F-F67B-5942-74F01FFB46D5}"/>
              </a:ext>
            </a:extLst>
          </p:cNvPr>
          <p:cNvSpPr/>
          <p:nvPr/>
        </p:nvSpPr>
        <p:spPr>
          <a:xfrm>
            <a:off x="3029560" y="1313687"/>
            <a:ext cx="1817510" cy="92333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lIns="0" tIns="0" rIns="0" bIns="0" rtlCol="0" anchor="t">
            <a:spAutoFit/>
          </a:bodyPr>
          <a:lstStyle/>
          <a:p>
            <a:pPr>
              <a:defRPr/>
            </a:pPr>
            <a:r>
              <a:rPr lang="en-US" sz="3200">
                <a:solidFill>
                  <a:schemeClr val="accent1"/>
                </a:solidFill>
                <a:cs typeface="Helvetica" panose="020B0604020202020204" pitchFamily="34" charset="0"/>
              </a:rPr>
              <a:t>51%</a:t>
            </a:r>
          </a:p>
          <a:p>
            <a:pPr>
              <a:defRPr/>
            </a:pPr>
            <a:r>
              <a:rPr lang="en-US" sz="1400">
                <a:solidFill>
                  <a:schemeClr val="tx2"/>
                </a:solidFill>
                <a:cs typeface="Helvetica" panose="020B0604020202020204" pitchFamily="34" charset="0"/>
              </a:rPr>
              <a:t>Executives are using agents in production</a:t>
            </a:r>
            <a:r>
              <a:rPr lang="en-US" sz="1400" baseline="30000">
                <a:solidFill>
                  <a:schemeClr val="tx2"/>
                </a:solidFill>
                <a:cs typeface="Helvetica" panose="020B0604020202020204" pitchFamily="34" charset="0"/>
              </a:rPr>
              <a:t>2</a:t>
            </a:r>
            <a:r>
              <a:rPr lang="en-US" sz="1400">
                <a:solidFill>
                  <a:schemeClr val="tx2"/>
                </a:solidFill>
                <a:cs typeface="Helvetica" panose="020B0604020202020204" pitchFamily="34" charset="0"/>
              </a:rPr>
              <a:t> </a:t>
            </a:r>
          </a:p>
        </p:txBody>
      </p:sp>
      <p:sp>
        <p:nvSpPr>
          <p:cNvPr id="23" name="Rectangle 22">
            <a:extLst>
              <a:ext uri="{FF2B5EF4-FFF2-40B4-BE49-F238E27FC236}">
                <a16:creationId xmlns:a16="http://schemas.microsoft.com/office/drawing/2014/main" id="{6F770649-0D8E-1BCE-ABEE-6D6A5973B82F}"/>
              </a:ext>
            </a:extLst>
          </p:cNvPr>
          <p:cNvSpPr/>
          <p:nvPr/>
        </p:nvSpPr>
        <p:spPr>
          <a:xfrm>
            <a:off x="5689058" y="1313687"/>
            <a:ext cx="1817510" cy="1138773"/>
          </a:xfrm>
          <a:prstGeom prst="rect">
            <a:avLst/>
          </a:prstGeom>
          <a:noFill/>
          <a:ln>
            <a:noFill/>
          </a:ln>
        </p:spPr>
        <p:style>
          <a:lnRef idx="0">
            <a:schemeClr val="accent1"/>
          </a:lnRef>
          <a:fillRef idx="1">
            <a:schemeClr val="accent1"/>
          </a:fillRef>
          <a:effectRef idx="0">
            <a:schemeClr val="dk1"/>
          </a:effectRef>
          <a:fontRef idx="minor">
            <a:schemeClr val="lt1"/>
          </a:fontRef>
        </p:style>
        <p:txBody>
          <a:bodyPr lIns="0" tIns="0" rIns="0" bIns="0" rtlCol="0" anchor="t">
            <a:spAutoFit/>
          </a:bodyPr>
          <a:lstStyle/>
          <a:p>
            <a:pPr marL="0" marR="0" lvl="0" indent="0" algn="l" defTabSz="914400" rtl="0" eaLnBrk="1" fontAlgn="auto" latinLnBrk="0" hangingPunct="1">
              <a:buClrTx/>
              <a:buSzTx/>
              <a:buFontTx/>
              <a:buNone/>
              <a:tabLst/>
              <a:defRPr/>
            </a:pPr>
            <a:r>
              <a:rPr lang="en-US" sz="3200">
                <a:solidFill>
                  <a:schemeClr val="accent1"/>
                </a:solidFill>
                <a:cs typeface="Helvetica" panose="020B0604020202020204" pitchFamily="34" charset="0"/>
              </a:rPr>
              <a:t>78%</a:t>
            </a:r>
            <a:br>
              <a:rPr kumimoji="0" lang="en-US" sz="1400" i="0" u="none" strike="noStrike" kern="1200" cap="none" spc="0" normalizeH="0" baseline="0" noProof="0">
                <a:ln>
                  <a:noFill/>
                </a:ln>
                <a:solidFill>
                  <a:schemeClr val="tx2"/>
                </a:solidFill>
                <a:effectLst/>
                <a:uLnTx/>
                <a:uFillTx/>
                <a:cs typeface="Helvetica" panose="020B0604020202020204" pitchFamily="34" charset="0"/>
              </a:rPr>
            </a:br>
            <a:r>
              <a:rPr kumimoji="0" lang="en-US" sz="1400" i="0" u="none" strike="noStrike" kern="1200" cap="none" spc="0" normalizeH="0" baseline="0" noProof="0">
                <a:ln>
                  <a:noFill/>
                </a:ln>
                <a:solidFill>
                  <a:schemeClr val="tx2"/>
                </a:solidFill>
                <a:effectLst/>
                <a:uLnTx/>
                <a:uFillTx/>
                <a:cs typeface="Helvetica" panose="020B0604020202020204" pitchFamily="34" charset="0"/>
              </a:rPr>
              <a:t>Executives have active plans to implement agents into production</a:t>
            </a:r>
            <a:r>
              <a:rPr kumimoji="0" lang="en-US" sz="1400" i="0" u="none" strike="noStrike" kern="1200" cap="none" spc="0" normalizeH="0" baseline="30000" noProof="0">
                <a:ln>
                  <a:noFill/>
                </a:ln>
                <a:solidFill>
                  <a:schemeClr val="tx2"/>
                </a:solidFill>
                <a:effectLst/>
                <a:uLnTx/>
                <a:uFillTx/>
                <a:cs typeface="Helvetica" panose="020B0604020202020204" pitchFamily="34" charset="0"/>
              </a:rPr>
              <a:t>2</a:t>
            </a:r>
          </a:p>
        </p:txBody>
      </p:sp>
      <p:sp>
        <p:nvSpPr>
          <p:cNvPr id="24" name="Rectangle 23">
            <a:extLst>
              <a:ext uri="{FF2B5EF4-FFF2-40B4-BE49-F238E27FC236}">
                <a16:creationId xmlns:a16="http://schemas.microsoft.com/office/drawing/2014/main" id="{68077DA5-D811-B8F1-6848-CCEB0F93957E}"/>
              </a:ext>
            </a:extLst>
          </p:cNvPr>
          <p:cNvSpPr/>
          <p:nvPr/>
        </p:nvSpPr>
        <p:spPr>
          <a:xfrm>
            <a:off x="8348556" y="1313687"/>
            <a:ext cx="3474720" cy="1138773"/>
          </a:xfrm>
          <a:prstGeom prst="rect">
            <a:avLst/>
          </a:prstGeom>
          <a:noFill/>
          <a:ln>
            <a:noFill/>
          </a:ln>
        </p:spPr>
        <p:style>
          <a:lnRef idx="0">
            <a:schemeClr val="accent1"/>
          </a:lnRef>
          <a:fillRef idx="1">
            <a:schemeClr val="accent1"/>
          </a:fillRef>
          <a:effectRef idx="0">
            <a:schemeClr val="dk1"/>
          </a:effectRef>
          <a:fontRef idx="minor">
            <a:schemeClr val="lt1"/>
          </a:fontRef>
        </p:style>
        <p:txBody>
          <a:bodyPr wrap="square" lIns="0" tIns="0" rIns="0" bIns="0" rtlCol="0" anchor="t">
            <a:spAutoFit/>
          </a:bodyPr>
          <a:lstStyle/>
          <a:p>
            <a:pPr marL="0" marR="0" lvl="0" indent="0" algn="l" defTabSz="914400" rtl="0" eaLnBrk="1" fontAlgn="auto" latinLnBrk="0" hangingPunct="1">
              <a:buClrTx/>
              <a:buSzTx/>
              <a:buFontTx/>
              <a:buNone/>
              <a:tabLst/>
              <a:defRPr/>
            </a:pPr>
            <a:r>
              <a:rPr lang="en-US" sz="3200">
                <a:solidFill>
                  <a:schemeClr val="tx2"/>
                </a:solidFill>
                <a:cs typeface="Helvetica" panose="020B0604020202020204" pitchFamily="34" charset="0"/>
              </a:rPr>
              <a:t>40+%</a:t>
            </a:r>
          </a:p>
          <a:p>
            <a:pPr>
              <a:defRPr/>
            </a:pPr>
            <a:r>
              <a:rPr lang="en-US" sz="1400">
                <a:solidFill>
                  <a:schemeClr val="tx2"/>
                </a:solidFill>
                <a:cs typeface="Helvetica" panose="020B0604020202020204" pitchFamily="34" charset="0"/>
              </a:rPr>
              <a:t>Of workers are skeptical of the outputs they receive from AI, with the highest distrusting group being Millennials and Gen X</a:t>
            </a:r>
            <a:r>
              <a:rPr lang="en-US" sz="1400" baseline="30000">
                <a:solidFill>
                  <a:schemeClr val="tx2"/>
                </a:solidFill>
                <a:cs typeface="Helvetica" panose="020B0604020202020204" pitchFamily="34" charset="0"/>
              </a:rPr>
              <a:t>3</a:t>
            </a:r>
            <a:endParaRPr lang="en-US" sz="1400" i="0" u="none" strike="noStrike" kern="1200" cap="none" spc="0" normalizeH="0" baseline="30000" noProof="0">
              <a:ln>
                <a:noFill/>
              </a:ln>
              <a:solidFill>
                <a:schemeClr val="tx2"/>
              </a:solidFill>
              <a:effectLst/>
              <a:uLnTx/>
              <a:uFillTx/>
              <a:cs typeface="Helvetica" panose="020B0604020202020204" pitchFamily="34" charset="0"/>
            </a:endParaRPr>
          </a:p>
        </p:txBody>
      </p:sp>
      <p:sp>
        <p:nvSpPr>
          <p:cNvPr id="25" name="Rectangle 24">
            <a:extLst>
              <a:ext uri="{FF2B5EF4-FFF2-40B4-BE49-F238E27FC236}">
                <a16:creationId xmlns:a16="http://schemas.microsoft.com/office/drawing/2014/main" id="{35406C1A-4FC0-830C-7D37-53481EBACD08}"/>
              </a:ext>
            </a:extLst>
          </p:cNvPr>
          <p:cNvSpPr/>
          <p:nvPr/>
        </p:nvSpPr>
        <p:spPr>
          <a:xfrm>
            <a:off x="370062" y="1313687"/>
            <a:ext cx="1817510" cy="1138773"/>
          </a:xfrm>
          <a:prstGeom prst="rect">
            <a:avLst/>
          </a:prstGeom>
          <a:noFill/>
          <a:ln>
            <a:noFill/>
          </a:ln>
        </p:spPr>
        <p:style>
          <a:lnRef idx="0">
            <a:schemeClr val="accent1"/>
          </a:lnRef>
          <a:fillRef idx="1">
            <a:schemeClr val="accent1"/>
          </a:fillRef>
          <a:effectRef idx="0">
            <a:schemeClr val="dk1"/>
          </a:effectRef>
          <a:fontRef idx="minor">
            <a:schemeClr val="lt1"/>
          </a:fontRef>
        </p:style>
        <p:txBody>
          <a:bodyPr wrap="square" lIns="0" tIns="0" rIns="0" bIns="0" rtlCol="0" anchor="t">
            <a:spAutoFit/>
          </a:bodyPr>
          <a:lstStyle/>
          <a:p>
            <a:pPr marL="0" marR="0" lvl="0" indent="0" algn="l" defTabSz="914400" rtl="0" eaLnBrk="1" fontAlgn="auto" latinLnBrk="0" hangingPunct="1">
              <a:buClrTx/>
              <a:buSzTx/>
              <a:buFontTx/>
              <a:buNone/>
              <a:tabLst/>
              <a:defRPr/>
            </a:pPr>
            <a:r>
              <a:rPr kumimoji="0" lang="en-US" sz="3200" i="0" u="none" strike="noStrike" kern="1200" cap="none" spc="0" normalizeH="0" baseline="0" noProof="0">
                <a:ln>
                  <a:noFill/>
                </a:ln>
                <a:solidFill>
                  <a:schemeClr val="accent1"/>
                </a:solidFill>
                <a:effectLst/>
                <a:uLnTx/>
                <a:uFillTx/>
                <a:cs typeface="Helvetica" panose="020B0604020202020204" pitchFamily="34" charset="0"/>
              </a:rPr>
              <a:t>10,000+</a:t>
            </a:r>
            <a:br>
              <a:rPr kumimoji="0" lang="en-US" sz="1400" i="0" u="none" strike="noStrike" kern="1200" cap="none" spc="0" normalizeH="0" baseline="0" noProof="0">
                <a:ln>
                  <a:noFill/>
                </a:ln>
                <a:solidFill>
                  <a:schemeClr val="tx2"/>
                </a:solidFill>
                <a:effectLst/>
                <a:uLnTx/>
                <a:uFillTx/>
                <a:cs typeface="Helvetica" panose="020B0604020202020204" pitchFamily="34" charset="0"/>
              </a:rPr>
            </a:br>
            <a:r>
              <a:rPr kumimoji="0" lang="en-US" sz="1400" i="0" u="none" strike="noStrike" kern="1200" cap="none" spc="0" normalizeH="0" baseline="0" noProof="0">
                <a:ln>
                  <a:noFill/>
                </a:ln>
                <a:solidFill>
                  <a:schemeClr val="tx2"/>
                </a:solidFill>
                <a:effectLst/>
                <a:uLnTx/>
                <a:uFillTx/>
                <a:cs typeface="Helvetica" panose="020B0604020202020204" pitchFamily="34" charset="0"/>
              </a:rPr>
              <a:t>agents built through Salesforce</a:t>
            </a:r>
            <a:r>
              <a:rPr kumimoji="0" lang="en-US" sz="1400" i="0" u="none" strike="noStrike" kern="1200" cap="none" spc="0" normalizeH="0" baseline="30000" noProof="0">
                <a:ln>
                  <a:noFill/>
                </a:ln>
                <a:solidFill>
                  <a:schemeClr val="tx2"/>
                </a:solidFill>
                <a:effectLst/>
                <a:uLnTx/>
                <a:uFillTx/>
                <a:cs typeface="Helvetica" panose="020B0604020202020204" pitchFamily="34" charset="0"/>
              </a:rPr>
              <a:t>1</a:t>
            </a:r>
          </a:p>
          <a:p>
            <a:pPr marL="0" marR="0" lvl="0" indent="0" algn="l" defTabSz="914400" rtl="0" eaLnBrk="1" fontAlgn="auto" latinLnBrk="0" hangingPunct="1">
              <a:buClrTx/>
              <a:buSzTx/>
              <a:buFontTx/>
              <a:buNone/>
              <a:tabLst/>
              <a:defRPr/>
            </a:pPr>
            <a:endParaRPr kumimoji="0" lang="en-US" sz="1400" i="0" u="none" strike="noStrike" kern="1200" cap="none" spc="0" normalizeH="0" baseline="0" noProof="0">
              <a:ln>
                <a:noFill/>
              </a:ln>
              <a:solidFill>
                <a:schemeClr val="tx2"/>
              </a:solidFill>
              <a:effectLst/>
              <a:uLnTx/>
              <a:uFillTx/>
              <a:cs typeface="Helvetica" panose="020B0604020202020204" pitchFamily="34" charset="0"/>
            </a:endParaRPr>
          </a:p>
        </p:txBody>
      </p:sp>
      <p:sp>
        <p:nvSpPr>
          <p:cNvPr id="13" name="TextBox 12">
            <a:extLst>
              <a:ext uri="{FF2B5EF4-FFF2-40B4-BE49-F238E27FC236}">
                <a16:creationId xmlns:a16="http://schemas.microsoft.com/office/drawing/2014/main" id="{D587D08E-89C2-A61D-CE67-D22EE1D7825F}"/>
              </a:ext>
            </a:extLst>
          </p:cNvPr>
          <p:cNvSpPr txBox="1"/>
          <p:nvPr/>
        </p:nvSpPr>
        <p:spPr>
          <a:xfrm>
            <a:off x="4232782" y="2626007"/>
            <a:ext cx="3746501" cy="954107"/>
          </a:xfrm>
          <a:prstGeom prst="rect">
            <a:avLst/>
          </a:prstGeom>
          <a:solidFill>
            <a:srgbClr val="EEEFF1"/>
          </a:solidFill>
        </p:spPr>
        <p:txBody>
          <a:bodyPr wrap="square">
            <a:spAutoFit/>
          </a:bodyPr>
          <a:lstStyle/>
          <a:p>
            <a:pPr marL="0" marR="0" lvl="0" indent="0" algn="l" defTabSz="914400" rtl="0" eaLnBrk="1" fontAlgn="auto" latinLnBrk="0" hangingPunct="1">
              <a:buClrTx/>
              <a:buSzTx/>
              <a:buFontTx/>
              <a:buNone/>
              <a:tabLst/>
              <a:defRPr/>
            </a:pPr>
            <a:r>
              <a:rPr kumimoji="0" lang="en-US" sz="1400" b="1" i="0" u="none" strike="noStrike" kern="1200" cap="none" spc="0" normalizeH="0" baseline="0" noProof="0">
                <a:ln>
                  <a:noFill/>
                </a:ln>
                <a:effectLst/>
                <a:uLnTx/>
                <a:uFillTx/>
                <a:cs typeface="Helvetica" panose="020B0604020202020204" pitchFamily="34" charset="0"/>
              </a:rPr>
              <a:t>AI Agents </a:t>
            </a:r>
            <a:r>
              <a:rPr lang="en-US" sz="1400" b="1">
                <a:cs typeface="Helvetica" panose="020B0604020202020204" pitchFamily="34" charset="0"/>
              </a:rPr>
              <a:t>Level the Playing Field </a:t>
            </a:r>
            <a:r>
              <a:rPr kumimoji="0" lang="en-US" sz="1400" b="0" i="0" u="none" strike="noStrike" kern="1200" cap="none" spc="0" normalizeH="0" baseline="0" noProof="0">
                <a:ln>
                  <a:noFill/>
                </a:ln>
                <a:effectLst/>
                <a:uLnTx/>
                <a:uFillTx/>
                <a:cs typeface="Helvetica" panose="020B0604020202020204" pitchFamily="34" charset="0"/>
              </a:rPr>
              <a:t>- Redefining dynamics where outputs rely on AI driven augmented intelligence, not workforce size</a:t>
            </a:r>
            <a:endParaRPr lang="en-US" sz="1400">
              <a:cs typeface="Helvetica" panose="020B0604020202020204" pitchFamily="34" charset="0"/>
            </a:endParaRPr>
          </a:p>
        </p:txBody>
      </p:sp>
      <p:sp>
        <p:nvSpPr>
          <p:cNvPr id="3" name="TextBox 2">
            <a:extLst>
              <a:ext uri="{FF2B5EF4-FFF2-40B4-BE49-F238E27FC236}">
                <a16:creationId xmlns:a16="http://schemas.microsoft.com/office/drawing/2014/main" id="{72BC6DA5-0362-66AB-BB4E-FE05F5B37D31}"/>
              </a:ext>
            </a:extLst>
          </p:cNvPr>
          <p:cNvSpPr txBox="1"/>
          <p:nvPr/>
        </p:nvSpPr>
        <p:spPr>
          <a:xfrm>
            <a:off x="368300" y="3709661"/>
            <a:ext cx="4161396" cy="369332"/>
          </a:xfrm>
          <a:prstGeom prst="rect">
            <a:avLst/>
          </a:prstGeom>
          <a:noFill/>
        </p:spPr>
        <p:txBody>
          <a:bodyPr wrap="none" lIns="0" tIns="0" rIns="0" bIns="0" rtlCol="0" anchor="t">
            <a:spAutoFit/>
          </a:bodyPr>
          <a:lstStyle/>
          <a:p>
            <a:r>
              <a:rPr lang="en-US" sz="800">
                <a:solidFill>
                  <a:schemeClr val="tx2"/>
                </a:solidFill>
                <a:ea typeface="+mn-lt"/>
                <a:cs typeface="+mn-lt"/>
              </a:rPr>
              <a:t>1.Salesforce. </a:t>
            </a:r>
            <a:r>
              <a:rPr lang="en-US" sz="800" b="1" err="1">
                <a:solidFill>
                  <a:schemeClr val="tx2"/>
                </a:solidFill>
                <a:ea typeface="+mn-lt"/>
                <a:cs typeface="+mn-lt"/>
              </a:rPr>
              <a:t>Agentforce</a:t>
            </a:r>
            <a:r>
              <a:rPr lang="en-US" sz="800" b="1">
                <a:solidFill>
                  <a:schemeClr val="tx2"/>
                </a:solidFill>
                <a:ea typeface="+mn-lt"/>
                <a:cs typeface="+mn-lt"/>
              </a:rPr>
              <a:t> General Availability Announcement</a:t>
            </a:r>
            <a:r>
              <a:rPr lang="en-US" sz="800" i="1">
                <a:solidFill>
                  <a:schemeClr val="tx2"/>
                </a:solidFill>
                <a:ea typeface="+mn-lt"/>
                <a:cs typeface="+mn-lt"/>
              </a:rPr>
              <a:t>.</a:t>
            </a:r>
            <a:r>
              <a:rPr lang="en-US" sz="800">
                <a:solidFill>
                  <a:schemeClr val="tx2"/>
                </a:solidFill>
                <a:ea typeface="+mn-lt"/>
                <a:cs typeface="+mn-lt"/>
              </a:rPr>
              <a:t> </a:t>
            </a:r>
            <a:r>
              <a:rPr lang="en-US" sz="800">
                <a:solidFill>
                  <a:schemeClr val="tx2"/>
                </a:solidFill>
                <a:ea typeface="+mn-lt"/>
                <a:cs typeface="+mn-lt"/>
                <a:hlinkClick r:id="rId6">
                  <a:extLst>
                    <a:ext uri="{A12FA001-AC4F-418D-AE19-62706E023703}">
                      <ahyp:hlinkClr xmlns:ahyp="http://schemas.microsoft.com/office/drawing/2018/hyperlinkcolor" val="tx"/>
                    </a:ext>
                  </a:extLst>
                </a:hlinkClick>
              </a:rPr>
              <a:t>Salesforce</a:t>
            </a:r>
            <a:r>
              <a:rPr lang="en-US" sz="800">
                <a:solidFill>
                  <a:schemeClr val="tx2"/>
                </a:solidFill>
                <a:ea typeface="+mn-lt"/>
                <a:cs typeface="+mn-lt"/>
              </a:rPr>
              <a:t>, 29 Oct. 2024.</a:t>
            </a:r>
            <a:endParaRPr lang="en-US">
              <a:solidFill>
                <a:schemeClr val="tx2"/>
              </a:solidFill>
              <a:cs typeface="Arial"/>
            </a:endParaRPr>
          </a:p>
          <a:p>
            <a:r>
              <a:rPr lang="en-US" sz="800">
                <a:solidFill>
                  <a:schemeClr val="tx2"/>
                </a:solidFill>
                <a:ea typeface="+mn-lt"/>
                <a:cs typeface="+mn-lt"/>
              </a:rPr>
              <a:t>2.LangChain. </a:t>
            </a:r>
            <a:r>
              <a:rPr lang="en-US" sz="800" b="1">
                <a:solidFill>
                  <a:schemeClr val="tx2"/>
                </a:solidFill>
                <a:ea typeface="+mn-lt"/>
                <a:cs typeface="+mn-lt"/>
              </a:rPr>
              <a:t>State of AI Agents</a:t>
            </a:r>
            <a:r>
              <a:rPr lang="en-US" sz="800" i="1">
                <a:solidFill>
                  <a:schemeClr val="tx2"/>
                </a:solidFill>
                <a:ea typeface="+mn-lt"/>
                <a:cs typeface="+mn-lt"/>
              </a:rPr>
              <a:t>.</a:t>
            </a:r>
            <a:r>
              <a:rPr lang="en-US" sz="800">
                <a:solidFill>
                  <a:schemeClr val="tx2"/>
                </a:solidFill>
                <a:ea typeface="+mn-lt"/>
                <a:cs typeface="+mn-lt"/>
              </a:rPr>
              <a:t> </a:t>
            </a:r>
            <a:r>
              <a:rPr lang="en-US" sz="800" err="1">
                <a:solidFill>
                  <a:schemeClr val="tx2"/>
                </a:solidFill>
                <a:ea typeface="+mn-lt"/>
                <a:cs typeface="+mn-lt"/>
                <a:hlinkClick r:id="rId7">
                  <a:extLst>
                    <a:ext uri="{A12FA001-AC4F-418D-AE19-62706E023703}">
                      <ahyp:hlinkClr xmlns:ahyp="http://schemas.microsoft.com/office/drawing/2018/hyperlinkcolor" val="tx"/>
                    </a:ext>
                  </a:extLst>
                </a:hlinkClick>
              </a:rPr>
              <a:t>LangChain</a:t>
            </a:r>
            <a:r>
              <a:rPr lang="en-US" sz="800">
                <a:solidFill>
                  <a:schemeClr val="tx2"/>
                </a:solidFill>
                <a:ea typeface="+mn-lt"/>
                <a:cs typeface="+mn-lt"/>
              </a:rPr>
              <a:t>, 2024.</a:t>
            </a:r>
          </a:p>
          <a:p>
            <a:r>
              <a:rPr lang="en-US" sz="800">
                <a:solidFill>
                  <a:schemeClr val="tx2"/>
                </a:solidFill>
                <a:ea typeface="+mn-lt"/>
                <a:cs typeface="+mn-lt"/>
              </a:rPr>
              <a:t>3.Alight. </a:t>
            </a:r>
            <a:r>
              <a:rPr lang="en-US" sz="800" b="1">
                <a:solidFill>
                  <a:schemeClr val="tx2"/>
                </a:solidFill>
                <a:ea typeface="+mn-lt"/>
                <a:cs typeface="+mn-lt"/>
              </a:rPr>
              <a:t>AI in the Workplace: Generational Differences</a:t>
            </a:r>
            <a:r>
              <a:rPr lang="en-US" sz="800" i="1">
                <a:solidFill>
                  <a:schemeClr val="tx2"/>
                </a:solidFill>
                <a:ea typeface="+mn-lt"/>
                <a:cs typeface="+mn-lt"/>
              </a:rPr>
              <a:t>.</a:t>
            </a:r>
            <a:r>
              <a:rPr lang="en-US" sz="800">
                <a:solidFill>
                  <a:schemeClr val="tx2"/>
                </a:solidFill>
                <a:ea typeface="+mn-lt"/>
                <a:cs typeface="+mn-lt"/>
              </a:rPr>
              <a:t> </a:t>
            </a:r>
            <a:r>
              <a:rPr lang="en-US" sz="800">
                <a:solidFill>
                  <a:schemeClr val="tx2"/>
                </a:solidFill>
                <a:ea typeface="+mn-lt"/>
                <a:cs typeface="+mn-lt"/>
                <a:hlinkClick r:id="rId8">
                  <a:extLst>
                    <a:ext uri="{A12FA001-AC4F-418D-AE19-62706E023703}">
                      <ahyp:hlinkClr xmlns:ahyp="http://schemas.microsoft.com/office/drawing/2018/hyperlinkcolor" val="tx"/>
                    </a:ext>
                  </a:extLst>
                </a:hlinkClick>
              </a:rPr>
              <a:t>Alight</a:t>
            </a:r>
            <a:r>
              <a:rPr lang="en-US" sz="800">
                <a:solidFill>
                  <a:schemeClr val="tx2"/>
                </a:solidFill>
                <a:ea typeface="+mn-lt"/>
                <a:cs typeface="+mn-lt"/>
              </a:rPr>
              <a:t>, 2024.</a:t>
            </a:r>
            <a:endParaRPr lang="en-US" sz="800">
              <a:solidFill>
                <a:schemeClr val="tx2"/>
              </a:solidFill>
              <a:ea typeface="Helvetica Neue" panose="02000503000000020004" pitchFamily="2" charset="0"/>
              <a:cs typeface="Arial"/>
            </a:endParaRPr>
          </a:p>
        </p:txBody>
      </p:sp>
      <p:sp>
        <p:nvSpPr>
          <p:cNvPr id="4" name="TextBox 3">
            <a:extLst>
              <a:ext uri="{FF2B5EF4-FFF2-40B4-BE49-F238E27FC236}">
                <a16:creationId xmlns:a16="http://schemas.microsoft.com/office/drawing/2014/main" id="{EF29C38E-E147-9B2C-A97B-55AB5087E1F8}"/>
              </a:ext>
            </a:extLst>
          </p:cNvPr>
          <p:cNvSpPr txBox="1"/>
          <p:nvPr/>
        </p:nvSpPr>
        <p:spPr>
          <a:xfrm>
            <a:off x="8082279" y="2626007"/>
            <a:ext cx="3746501" cy="954107"/>
          </a:xfrm>
          <a:prstGeom prst="rect">
            <a:avLst/>
          </a:prstGeom>
          <a:solidFill>
            <a:srgbClr val="FFF5ED"/>
          </a:solidFill>
        </p:spPr>
        <p:txBody>
          <a:bodyPr wrap="square" lIns="91440" tIns="45720" rIns="91440" bIns="45720" anchor="t">
            <a:spAutoFit/>
          </a:bodyPr>
          <a:lstStyle/>
          <a:p>
            <a:pPr>
              <a:defRPr/>
            </a:pPr>
            <a:r>
              <a:rPr lang="en-US" sz="1400" b="1">
                <a:ea typeface="+mn-lt"/>
                <a:cs typeface="Helvetica"/>
              </a:rPr>
              <a:t>Embracing New Models</a:t>
            </a:r>
            <a:r>
              <a:rPr lang="en-US" sz="1400">
                <a:ea typeface="+mn-lt"/>
                <a:cs typeface="Helvetica"/>
              </a:rPr>
              <a:t>: Entrenched behaviors and rigid ways of working impede the progress of transformative AI</a:t>
            </a:r>
          </a:p>
          <a:p>
            <a:pPr>
              <a:defRPr/>
            </a:pPr>
            <a:endParaRPr lang="en-US" sz="1400">
              <a:cs typeface="Helvetica" panose="020B0604020202020204" pitchFamily="34" charset="0"/>
            </a:endParaRPr>
          </a:p>
        </p:txBody>
      </p:sp>
      <p:sp>
        <p:nvSpPr>
          <p:cNvPr id="2" name="Title 1">
            <a:extLst>
              <a:ext uri="{FF2B5EF4-FFF2-40B4-BE49-F238E27FC236}">
                <a16:creationId xmlns:a16="http://schemas.microsoft.com/office/drawing/2014/main" id="{CF9C2AC0-C057-64FB-2014-2531146B30A4}"/>
              </a:ext>
            </a:extLst>
          </p:cNvPr>
          <p:cNvSpPr>
            <a:spLocks noGrp="1"/>
          </p:cNvSpPr>
          <p:nvPr>
            <p:ph type="title"/>
          </p:nvPr>
        </p:nvSpPr>
        <p:spPr>
          <a:xfrm>
            <a:off x="370062" y="337407"/>
            <a:ext cx="11453638" cy="775597"/>
          </a:xfrm>
        </p:spPr>
        <p:txBody>
          <a:bodyPr/>
          <a:lstStyle/>
          <a:p>
            <a:r>
              <a:rPr lang="en-US"/>
              <a:t>The </a:t>
            </a:r>
            <a:r>
              <a:rPr lang="en-US" b="1"/>
              <a:t>disruption of work </a:t>
            </a:r>
            <a:r>
              <a:rPr lang="en-US"/>
              <a:t>has begun: Reimagining value chains and organizational dynamics</a:t>
            </a:r>
          </a:p>
        </p:txBody>
      </p:sp>
      <p:pic>
        <p:nvPicPr>
          <p:cNvPr id="5" name="Picture 4">
            <a:extLst>
              <a:ext uri="{FF2B5EF4-FFF2-40B4-BE49-F238E27FC236}">
                <a16:creationId xmlns:a16="http://schemas.microsoft.com/office/drawing/2014/main" id="{0BC6A994-54A7-B97F-0E21-6AF91E5453AF}"/>
              </a:ext>
            </a:extLst>
          </p:cNvPr>
          <p:cNvPicPr>
            <a:picLocks noChangeAspect="1"/>
          </p:cNvPicPr>
          <p:nvPr/>
        </p:nvPicPr>
        <p:blipFill>
          <a:blip r:embed="rId9" cstate="print">
            <a:extLst>
              <a:ext uri="{28A0092B-C50C-407E-A947-70E740481C1C}">
                <a14:useLocalDpi xmlns:a14="http://schemas.microsoft.com/office/drawing/2010/main"/>
              </a:ext>
            </a:extLst>
          </a:blip>
          <a:srcRect t="55449" r="14097" b="18688"/>
          <a:stretch>
            <a:fillRect/>
          </a:stretch>
        </p:blipFill>
        <p:spPr>
          <a:xfrm>
            <a:off x="6531" y="4410074"/>
            <a:ext cx="12178937" cy="2447925"/>
          </a:xfrm>
          <a:prstGeom prst="rect">
            <a:avLst/>
          </a:prstGeom>
        </p:spPr>
      </p:pic>
      <p:cxnSp>
        <p:nvCxnSpPr>
          <p:cNvPr id="8" name="Straight Connector 7">
            <a:extLst>
              <a:ext uri="{FF2B5EF4-FFF2-40B4-BE49-F238E27FC236}">
                <a16:creationId xmlns:a16="http://schemas.microsoft.com/office/drawing/2014/main" id="{BAD273FE-CB58-A045-4842-DED2777C8CDF}"/>
              </a:ext>
            </a:extLst>
          </p:cNvPr>
          <p:cNvCxnSpPr/>
          <p:nvPr/>
        </p:nvCxnSpPr>
        <p:spPr>
          <a:xfrm>
            <a:off x="2608566" y="1406525"/>
            <a:ext cx="0" cy="1045935"/>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E07CA2B-64CE-0478-B46C-4D3CBEC6E7E4}"/>
              </a:ext>
            </a:extLst>
          </p:cNvPr>
          <p:cNvCxnSpPr/>
          <p:nvPr/>
        </p:nvCxnSpPr>
        <p:spPr>
          <a:xfrm>
            <a:off x="5268064" y="1406525"/>
            <a:ext cx="0" cy="1045935"/>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2095B0D-4571-F707-3082-151E7F5B4ABB}"/>
              </a:ext>
            </a:extLst>
          </p:cNvPr>
          <p:cNvCxnSpPr/>
          <p:nvPr/>
        </p:nvCxnSpPr>
        <p:spPr>
          <a:xfrm>
            <a:off x="7927562" y="1406525"/>
            <a:ext cx="0" cy="1045935"/>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6B0E80E-F32A-2C17-75D3-C603634826B3}"/>
              </a:ext>
            </a:extLst>
          </p:cNvPr>
          <p:cNvSpPr txBox="1"/>
          <p:nvPr/>
        </p:nvSpPr>
        <p:spPr>
          <a:xfrm>
            <a:off x="368300" y="6564567"/>
            <a:ext cx="431483" cy="161583"/>
          </a:xfrm>
          <a:prstGeom prst="rect">
            <a:avLst/>
          </a:prstGeom>
          <a:noFill/>
        </p:spPr>
        <p:txBody>
          <a:bodyPr wrap="square" lIns="0" tIns="0" rIns="0" bIns="0" rtlCol="0">
            <a:spAutoFit/>
          </a:bodyPr>
          <a:lstStyle/>
          <a:p>
            <a:pPr algn="l"/>
            <a:r>
              <a:rPr lang="en-US" sz="1050" b="1"/>
              <a:t>PwC</a:t>
            </a:r>
          </a:p>
        </p:txBody>
      </p:sp>
      <p:sp>
        <p:nvSpPr>
          <p:cNvPr id="16" name="TextBox 15">
            <a:extLst>
              <a:ext uri="{FF2B5EF4-FFF2-40B4-BE49-F238E27FC236}">
                <a16:creationId xmlns:a16="http://schemas.microsoft.com/office/drawing/2014/main" id="{696BF00D-8685-853E-C7BA-9C83B146FFAE}"/>
              </a:ext>
            </a:extLst>
          </p:cNvPr>
          <p:cNvSpPr txBox="1"/>
          <p:nvPr/>
        </p:nvSpPr>
        <p:spPr>
          <a:xfrm>
            <a:off x="1066800" y="6564567"/>
            <a:ext cx="3321957" cy="161583"/>
          </a:xfrm>
          <a:prstGeom prst="rect">
            <a:avLst/>
          </a:prstGeom>
          <a:noFill/>
        </p:spPr>
        <p:txBody>
          <a:bodyPr wrap="square" lIns="0" tIns="0" rIns="0" bIns="0" rtlCol="0">
            <a:spAutoFit/>
          </a:bodyPr>
          <a:lstStyle/>
          <a:p>
            <a:pPr algn="l"/>
            <a:r>
              <a:rPr lang="en-US" sz="1050" b="0"/>
              <a:t>The Next Generation of Risk Analytics</a:t>
            </a:r>
          </a:p>
        </p:txBody>
      </p:sp>
      <p:sp>
        <p:nvSpPr>
          <p:cNvPr id="17" name="Slide Number Placeholder 5">
            <a:extLst>
              <a:ext uri="{FF2B5EF4-FFF2-40B4-BE49-F238E27FC236}">
                <a16:creationId xmlns:a16="http://schemas.microsoft.com/office/drawing/2014/main" id="{DE33BD58-DF60-A827-6F39-35A0DE42327C}"/>
              </a:ext>
            </a:extLst>
          </p:cNvPr>
          <p:cNvSpPr txBox="1">
            <a:spLocks/>
          </p:cNvSpPr>
          <p:nvPr/>
        </p:nvSpPr>
        <p:spPr>
          <a:xfrm flipH="1">
            <a:off x="11535743" y="6564567"/>
            <a:ext cx="287957" cy="161583"/>
          </a:xfrm>
          <a:prstGeom prst="rect">
            <a:avLst/>
          </a:prstGeom>
        </p:spPr>
        <p:txBody>
          <a:bodyPr vert="horz" lIns="0" tIns="0" rIns="0" bIns="0" rtlCol="0" anchor="ctr">
            <a:spAutoFit/>
          </a:bodyPr>
          <a:lstStyle>
            <a:defPPr>
              <a:defRPr lang="en-US"/>
            </a:defPPr>
            <a:lvl1pPr marL="0" algn="ctr" defTabSz="914400" rtl="0" eaLnBrk="1" latinLnBrk="0" hangingPunct="1">
              <a:defRPr sz="800" b="0" i="0" kern="1200">
                <a:solidFill>
                  <a:schemeClr val="tx1"/>
                </a:solidFill>
                <a:latin typeface="Euclid Flex" panose="020B0500030000000000"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317F6C3-1B14-CD45-925E-455D58F15A60}" type="slidenum">
              <a:rPr lang="en-US" sz="1050" smtClean="0">
                <a:solidFill>
                  <a:schemeClr val="bg1"/>
                </a:solidFill>
                <a:latin typeface="+mn-lt"/>
              </a:rPr>
              <a:pPr algn="r"/>
              <a:t>4</a:t>
            </a:fld>
            <a:endParaRPr lang="en-US" sz="1050">
              <a:solidFill>
                <a:schemeClr val="bg1"/>
              </a:solidFill>
              <a:latin typeface="+mn-lt"/>
            </a:endParaRPr>
          </a:p>
        </p:txBody>
      </p:sp>
    </p:spTree>
    <p:extLst>
      <p:ext uri="{BB962C8B-B14F-4D97-AF65-F5344CB8AC3E}">
        <p14:creationId xmlns:p14="http://schemas.microsoft.com/office/powerpoint/2010/main" val="1090549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A67AB-BCC6-1EF9-3B1F-1337AC9A129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6C3E96AC-F2E4-F20E-E382-85B91A6EBC67}"/>
              </a:ext>
            </a:extLst>
          </p:cNvPr>
          <p:cNvSpPr/>
          <p:nvPr/>
        </p:nvSpPr>
        <p:spPr>
          <a:xfrm>
            <a:off x="-1" y="0"/>
            <a:ext cx="3705226" cy="6309696"/>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aphicFrame>
        <p:nvGraphicFramePr>
          <p:cNvPr id="33" name="think-cell data - do not delete" hidden="1">
            <a:extLst>
              <a:ext uri="{FF2B5EF4-FFF2-40B4-BE49-F238E27FC236}">
                <a16:creationId xmlns:a16="http://schemas.microsoft.com/office/drawing/2014/main" id="{8F7F331B-E0ED-9DE4-A594-EC38949D442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71" imgH="371" progId="TCLayout.ActiveDocument.1">
                  <p:embed/>
                </p:oleObj>
              </mc:Choice>
              <mc:Fallback>
                <p:oleObj name="think-cell Slide" r:id="rId4" imgW="371" imgH="371" progId="TCLayout.ActiveDocument.1">
                  <p:embed/>
                  <p:pic>
                    <p:nvPicPr>
                      <p:cNvPr id="33" name="think-cell data - do not delete" hidden="1">
                        <a:extLst>
                          <a:ext uri="{FF2B5EF4-FFF2-40B4-BE49-F238E27FC236}">
                            <a16:creationId xmlns:a16="http://schemas.microsoft.com/office/drawing/2014/main" id="{8F7F331B-E0ED-9DE4-A594-EC38949D442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0" name="TextBox 79">
            <a:extLst>
              <a:ext uri="{FF2B5EF4-FFF2-40B4-BE49-F238E27FC236}">
                <a16:creationId xmlns:a16="http://schemas.microsoft.com/office/drawing/2014/main" id="{341FD332-A9D8-2000-D6BB-9CC676EC267D}"/>
              </a:ext>
            </a:extLst>
          </p:cNvPr>
          <p:cNvSpPr txBox="1"/>
          <p:nvPr/>
        </p:nvSpPr>
        <p:spPr>
          <a:xfrm>
            <a:off x="4242550" y="320675"/>
            <a:ext cx="7581149" cy="430887"/>
          </a:xfrm>
          <a:prstGeom prst="rect">
            <a:avLst/>
          </a:prstGeom>
          <a:noFill/>
        </p:spPr>
        <p:txBody>
          <a:bodyPr wrap="square" lIns="0" tIns="0" rIns="0" bIns="0" anchor="t">
            <a:spAutoFit/>
          </a:bodyPr>
          <a:lstStyle/>
          <a:p>
            <a:r>
              <a:rPr lang="en-US" sz="1400">
                <a:solidFill>
                  <a:schemeClr val="tx2"/>
                </a:solidFill>
                <a:ea typeface="+mn-lt"/>
                <a:cs typeface="+mn-lt"/>
              </a:rPr>
              <a:t>Native AI companies use streamlined operations and intelligent products to boost productivity, scale rapidly, and grow market share</a:t>
            </a:r>
            <a:endParaRPr lang="en-US">
              <a:solidFill>
                <a:schemeClr val="tx2"/>
              </a:solidFill>
            </a:endParaRPr>
          </a:p>
        </p:txBody>
      </p:sp>
      <p:sp>
        <p:nvSpPr>
          <p:cNvPr id="84" name="TextBox 83">
            <a:extLst>
              <a:ext uri="{FF2B5EF4-FFF2-40B4-BE49-F238E27FC236}">
                <a16:creationId xmlns:a16="http://schemas.microsoft.com/office/drawing/2014/main" id="{658E42D3-83F3-B16F-A8C4-403E49CD0E0F}"/>
              </a:ext>
            </a:extLst>
          </p:cNvPr>
          <p:cNvSpPr txBox="1"/>
          <p:nvPr/>
        </p:nvSpPr>
        <p:spPr>
          <a:xfrm>
            <a:off x="8931275" y="1494161"/>
            <a:ext cx="2892424" cy="861774"/>
          </a:xfrm>
          <a:prstGeom prst="rect">
            <a:avLst/>
          </a:prstGeom>
          <a:noFill/>
        </p:spPr>
        <p:txBody>
          <a:bodyPr wrap="square" lIns="0" tIns="0" rIns="0" bIns="0" anchor="t">
            <a:spAutoFit/>
          </a:bodyPr>
          <a:lstStyle/>
          <a:p>
            <a:r>
              <a:rPr lang="en-US" sz="1400" b="1">
                <a:solidFill>
                  <a:schemeClr val="tx2"/>
                </a:solidFill>
                <a:ea typeface="+mn-lt"/>
                <a:cs typeface="+mn-lt"/>
              </a:rPr>
              <a:t>Upstart's</a:t>
            </a:r>
            <a:r>
              <a:rPr lang="en-US" sz="1400">
                <a:solidFill>
                  <a:schemeClr val="tx2"/>
                </a:solidFill>
                <a:ea typeface="+mn-lt"/>
                <a:cs typeface="+mn-lt"/>
              </a:rPr>
              <a:t> AI platform has shown that less is more, with 90% of loans </a:t>
            </a:r>
            <a:r>
              <a:rPr lang="en-US" sz="1400" b="1">
                <a:solidFill>
                  <a:schemeClr val="tx2"/>
                </a:solidFill>
                <a:ea typeface="+mn-lt"/>
                <a:cs typeface="+mn-lt"/>
              </a:rPr>
              <a:t>fully automated </a:t>
            </a:r>
            <a:r>
              <a:rPr lang="en-US" sz="1400">
                <a:solidFill>
                  <a:schemeClr val="tx2"/>
                </a:solidFill>
                <a:ea typeface="+mn-lt"/>
                <a:cs typeface="+mn-lt"/>
              </a:rPr>
              <a:t>with minimal human intervention</a:t>
            </a:r>
            <a:endParaRPr lang="en-US" sz="1400">
              <a:solidFill>
                <a:schemeClr val="tx2"/>
              </a:solidFill>
              <a:cs typeface="Arial"/>
            </a:endParaRPr>
          </a:p>
        </p:txBody>
      </p:sp>
      <p:sp>
        <p:nvSpPr>
          <p:cNvPr id="88" name="TextBox 87">
            <a:extLst>
              <a:ext uri="{FF2B5EF4-FFF2-40B4-BE49-F238E27FC236}">
                <a16:creationId xmlns:a16="http://schemas.microsoft.com/office/drawing/2014/main" id="{CE6A8E00-FC23-5477-4B25-00E16E9069C1}"/>
              </a:ext>
            </a:extLst>
          </p:cNvPr>
          <p:cNvSpPr txBox="1"/>
          <p:nvPr/>
        </p:nvSpPr>
        <p:spPr>
          <a:xfrm>
            <a:off x="8931275" y="5096849"/>
            <a:ext cx="2892424" cy="789960"/>
          </a:xfrm>
          <a:prstGeom prst="rect">
            <a:avLst/>
          </a:prstGeom>
          <a:noFill/>
        </p:spPr>
        <p:txBody>
          <a:bodyPr wrap="square" lIns="0" tIns="0" rIns="0" bIns="0" anchor="t">
            <a:spAutoFit/>
          </a:bodyPr>
          <a:lstStyle/>
          <a:p>
            <a:r>
              <a:rPr lang="en-US" sz="1400" b="1">
                <a:solidFill>
                  <a:schemeClr val="tx2"/>
                </a:solidFill>
                <a:ea typeface="+mn-lt"/>
                <a:cs typeface="Arial"/>
              </a:rPr>
              <a:t>Klarna, </a:t>
            </a:r>
            <a:r>
              <a:rPr lang="en-US" sz="1400">
                <a:solidFill>
                  <a:schemeClr val="tx2"/>
                </a:solidFill>
                <a:ea typeface="+mn-lt"/>
                <a:cs typeface="Arial"/>
              </a:rPr>
              <a:t>accelerates with their skilled workforce </a:t>
            </a:r>
            <a:r>
              <a:rPr lang="en-US" sz="1400" b="1">
                <a:solidFill>
                  <a:schemeClr val="tx2"/>
                </a:solidFill>
                <a:ea typeface="+mn-lt"/>
                <a:cs typeface="Arial"/>
              </a:rPr>
              <a:t>growing tech employees</a:t>
            </a:r>
            <a:r>
              <a:rPr lang="en-US" sz="1400">
                <a:solidFill>
                  <a:schemeClr val="tx2"/>
                </a:solidFill>
                <a:ea typeface="+mn-lt"/>
                <a:cs typeface="Arial"/>
              </a:rPr>
              <a:t> from </a:t>
            </a:r>
            <a:r>
              <a:rPr lang="en-US" sz="1400" b="1">
                <a:solidFill>
                  <a:schemeClr val="tx2"/>
                </a:solidFill>
                <a:ea typeface="+mn-lt"/>
                <a:cs typeface="Arial"/>
              </a:rPr>
              <a:t>36% to 52% </a:t>
            </a:r>
            <a:r>
              <a:rPr lang="en-US" sz="1400">
                <a:solidFill>
                  <a:schemeClr val="tx2"/>
                </a:solidFill>
                <a:ea typeface="+mn-lt"/>
                <a:cs typeface="Arial"/>
              </a:rPr>
              <a:t>in the last 3-years</a:t>
            </a:r>
            <a:endParaRPr lang="en-US">
              <a:solidFill>
                <a:schemeClr val="tx2"/>
              </a:solidFill>
              <a:cs typeface="Arial"/>
            </a:endParaRPr>
          </a:p>
          <a:p>
            <a:endParaRPr lang="en-US" sz="1400" baseline="30000">
              <a:solidFill>
                <a:schemeClr val="tx2"/>
              </a:solidFill>
              <a:cs typeface="Arial"/>
            </a:endParaRPr>
          </a:p>
        </p:txBody>
      </p:sp>
      <p:sp>
        <p:nvSpPr>
          <p:cNvPr id="94" name="TextBox 93">
            <a:extLst>
              <a:ext uri="{FF2B5EF4-FFF2-40B4-BE49-F238E27FC236}">
                <a16:creationId xmlns:a16="http://schemas.microsoft.com/office/drawing/2014/main" id="{780F2AF6-D9DD-8871-8137-077DD6713311}"/>
              </a:ext>
            </a:extLst>
          </p:cNvPr>
          <p:cNvSpPr txBox="1"/>
          <p:nvPr/>
        </p:nvSpPr>
        <p:spPr>
          <a:xfrm>
            <a:off x="370062" y="5849509"/>
            <a:ext cx="3053721" cy="323165"/>
          </a:xfrm>
          <a:prstGeom prst="rect">
            <a:avLst/>
          </a:prstGeom>
          <a:noFill/>
        </p:spPr>
        <p:txBody>
          <a:bodyPr wrap="none" lIns="0" tIns="0" rIns="0" bIns="0" rtlCol="0" anchor="t">
            <a:spAutoFit/>
          </a:bodyPr>
          <a:lstStyle/>
          <a:p>
            <a:r>
              <a:rPr lang="en-US" sz="700">
                <a:solidFill>
                  <a:schemeClr val="tx2"/>
                </a:solidFill>
                <a:ea typeface="+mn-lt"/>
                <a:cs typeface="Helvetica"/>
              </a:rPr>
              <a:t>1. Upstart "First Quarter 2025" </a:t>
            </a:r>
            <a:r>
              <a:rPr lang="en-US" sz="700" err="1">
                <a:solidFill>
                  <a:schemeClr val="tx2"/>
                </a:solidFill>
                <a:ea typeface="+mn-lt"/>
                <a:cs typeface="Helvetica"/>
                <a:hlinkClick r:id="rId6">
                  <a:extLst>
                    <a:ext uri="{A12FA001-AC4F-418D-AE19-62706E023703}">
                      <ahyp:hlinkClr xmlns:ahyp="http://schemas.microsoft.com/office/drawing/2018/hyperlinkcolor" val="tx"/>
                    </a:ext>
                  </a:extLst>
                </a:hlinkClick>
              </a:rPr>
              <a:t>Upstarter</a:t>
            </a:r>
            <a:r>
              <a:rPr lang="en-US" sz="700">
                <a:solidFill>
                  <a:schemeClr val="tx2"/>
                </a:solidFill>
                <a:ea typeface="+mn-lt"/>
                <a:cs typeface="Helvetica"/>
              </a:rPr>
              <a:t>, 6 May, 2025</a:t>
            </a:r>
            <a:endParaRPr lang="en-US" sz="700">
              <a:solidFill>
                <a:schemeClr val="tx2"/>
              </a:solidFill>
              <a:cs typeface="Helvetica"/>
            </a:endParaRPr>
          </a:p>
          <a:p>
            <a:r>
              <a:rPr lang="en-US" sz="700">
                <a:solidFill>
                  <a:schemeClr val="tx2"/>
                </a:solidFill>
                <a:ea typeface="+mn-lt"/>
                <a:cs typeface="+mn-lt"/>
              </a:rPr>
              <a:t>2. Lemonade. "LMND Shareholder Letter Q1 2025" </a:t>
            </a:r>
            <a:r>
              <a:rPr lang="en-US" sz="700">
                <a:solidFill>
                  <a:schemeClr val="tx2"/>
                </a:solidFill>
                <a:ea typeface="+mn-lt"/>
                <a:cs typeface="+mn-lt"/>
                <a:hlinkClick r:id="rId7">
                  <a:extLst>
                    <a:ext uri="{A12FA001-AC4F-418D-AE19-62706E023703}">
                      <ahyp:hlinkClr xmlns:ahyp="http://schemas.microsoft.com/office/drawing/2018/hyperlinkcolor" val="tx"/>
                    </a:ext>
                  </a:extLst>
                </a:hlinkClick>
              </a:rPr>
              <a:t>Lemonade</a:t>
            </a:r>
            <a:r>
              <a:rPr lang="en-US" sz="700">
                <a:solidFill>
                  <a:schemeClr val="tx2"/>
                </a:solidFill>
                <a:ea typeface="+mn-lt"/>
                <a:cs typeface="+mn-lt"/>
              </a:rPr>
              <a:t>, 6 May. 2025.</a:t>
            </a:r>
            <a:endParaRPr lang="en-US" sz="700">
              <a:solidFill>
                <a:schemeClr val="tx2"/>
              </a:solidFill>
              <a:cs typeface="Arial"/>
            </a:endParaRPr>
          </a:p>
          <a:p>
            <a:r>
              <a:rPr lang="en-US" sz="700">
                <a:solidFill>
                  <a:schemeClr val="tx2"/>
                </a:solidFill>
                <a:ea typeface="Helvetica Neue" panose="02000503000000020004" pitchFamily="2" charset="0"/>
                <a:cs typeface="Helvetica"/>
              </a:rPr>
              <a:t>3. Klarna. "Q1-25-Klarna-Earnings-Release" </a:t>
            </a:r>
            <a:r>
              <a:rPr lang="en-US" sz="700">
                <a:solidFill>
                  <a:schemeClr val="tx2"/>
                </a:solidFill>
                <a:ea typeface="Helvetica Neue" panose="02000503000000020004" pitchFamily="2" charset="0"/>
                <a:cs typeface="Helvetica"/>
                <a:hlinkClick r:id="rId8">
                  <a:extLst>
                    <a:ext uri="{A12FA001-AC4F-418D-AE19-62706E023703}">
                      <ahyp:hlinkClr xmlns:ahyp="http://schemas.microsoft.com/office/drawing/2018/hyperlinkcolor" val="tx"/>
                    </a:ext>
                  </a:extLst>
                </a:hlinkClick>
              </a:rPr>
              <a:t>Klarna</a:t>
            </a:r>
            <a:r>
              <a:rPr lang="en-US" sz="700">
                <a:solidFill>
                  <a:schemeClr val="tx2"/>
                </a:solidFill>
                <a:ea typeface="Helvetica Neue" panose="02000503000000020004" pitchFamily="2" charset="0"/>
                <a:cs typeface="Helvetica"/>
              </a:rPr>
              <a:t>, 19 May. 2025.</a:t>
            </a:r>
            <a:endParaRPr lang="en-US" sz="700">
              <a:solidFill>
                <a:schemeClr val="tx2"/>
              </a:solidFill>
              <a:ea typeface="Helvetica Neue" panose="02000503000000020004" pitchFamily="2" charset="0"/>
              <a:cs typeface="Helvetica" panose="020B0604020202020204" pitchFamily="34" charset="0"/>
            </a:endParaRPr>
          </a:p>
        </p:txBody>
      </p:sp>
      <p:sp>
        <p:nvSpPr>
          <p:cNvPr id="20" name="TextBox 19">
            <a:extLst>
              <a:ext uri="{FF2B5EF4-FFF2-40B4-BE49-F238E27FC236}">
                <a16:creationId xmlns:a16="http://schemas.microsoft.com/office/drawing/2014/main" id="{56306464-291C-80ED-CD41-9D3F63058199}"/>
              </a:ext>
            </a:extLst>
          </p:cNvPr>
          <p:cNvSpPr txBox="1"/>
          <p:nvPr/>
        </p:nvSpPr>
        <p:spPr>
          <a:xfrm>
            <a:off x="8931275" y="3317460"/>
            <a:ext cx="2892424" cy="646331"/>
          </a:xfrm>
          <a:prstGeom prst="rect">
            <a:avLst/>
          </a:prstGeom>
          <a:noFill/>
        </p:spPr>
        <p:txBody>
          <a:bodyPr wrap="square" lIns="0" tIns="0" rIns="0" bIns="0" anchor="t">
            <a:spAutoFit/>
          </a:bodyPr>
          <a:lstStyle/>
          <a:p>
            <a:r>
              <a:rPr lang="en-US" sz="1400" b="1">
                <a:solidFill>
                  <a:schemeClr val="tx2"/>
                </a:solidFill>
                <a:ea typeface="+mn-lt"/>
                <a:cs typeface="Arial"/>
              </a:rPr>
              <a:t>Lemonade</a:t>
            </a:r>
            <a:r>
              <a:rPr lang="en-US" sz="1400">
                <a:solidFill>
                  <a:schemeClr val="tx2"/>
                </a:solidFill>
                <a:ea typeface="+mn-lt"/>
                <a:cs typeface="Arial"/>
              </a:rPr>
              <a:t> sells </a:t>
            </a:r>
            <a:r>
              <a:rPr lang="en-US" sz="1400" b="1">
                <a:solidFill>
                  <a:schemeClr val="tx2"/>
                </a:solidFill>
                <a:ea typeface="+mn-lt"/>
                <a:cs typeface="Arial"/>
              </a:rPr>
              <a:t>97% of policies through AI chatbots</a:t>
            </a:r>
            <a:r>
              <a:rPr lang="en-US" sz="1400">
                <a:solidFill>
                  <a:schemeClr val="tx2"/>
                </a:solidFill>
                <a:ea typeface="+mn-lt"/>
                <a:cs typeface="Arial"/>
              </a:rPr>
              <a:t>, eliminating paperwork and human agents.</a:t>
            </a:r>
            <a:endParaRPr lang="en-US">
              <a:solidFill>
                <a:schemeClr val="tx2"/>
              </a:solidFill>
              <a:cs typeface="Arial"/>
            </a:endParaRPr>
          </a:p>
        </p:txBody>
      </p:sp>
      <p:sp>
        <p:nvSpPr>
          <p:cNvPr id="3" name="Title 2">
            <a:extLst>
              <a:ext uri="{FF2B5EF4-FFF2-40B4-BE49-F238E27FC236}">
                <a16:creationId xmlns:a16="http://schemas.microsoft.com/office/drawing/2014/main" id="{F1772823-DBB1-EF3B-B107-6A48134D0727}"/>
              </a:ext>
            </a:extLst>
          </p:cNvPr>
          <p:cNvSpPr>
            <a:spLocks noGrp="1"/>
          </p:cNvSpPr>
          <p:nvPr>
            <p:ph type="title"/>
          </p:nvPr>
        </p:nvSpPr>
        <p:spPr>
          <a:xfrm>
            <a:off x="368300" y="337407"/>
            <a:ext cx="2584450" cy="1551194"/>
          </a:xfrm>
        </p:spPr>
        <p:txBody>
          <a:bodyPr/>
          <a:lstStyle/>
          <a:p>
            <a:r>
              <a:rPr lang="en-US">
                <a:solidFill>
                  <a:schemeClr val="tx2"/>
                </a:solidFill>
              </a:rPr>
              <a:t>Native AI companies have shown what the productivity revolution looks like</a:t>
            </a:r>
          </a:p>
        </p:txBody>
      </p:sp>
      <p:sp>
        <p:nvSpPr>
          <p:cNvPr id="53" name="TextBox 52">
            <a:extLst>
              <a:ext uri="{FF2B5EF4-FFF2-40B4-BE49-F238E27FC236}">
                <a16:creationId xmlns:a16="http://schemas.microsoft.com/office/drawing/2014/main" id="{0F7814E8-3A77-1980-F00B-43738DB1B16E}"/>
              </a:ext>
            </a:extLst>
          </p:cNvPr>
          <p:cNvSpPr txBox="1"/>
          <p:nvPr/>
        </p:nvSpPr>
        <p:spPr>
          <a:xfrm>
            <a:off x="4229876" y="3317460"/>
            <a:ext cx="1297366" cy="215433"/>
          </a:xfrm>
          <a:prstGeom prst="rect">
            <a:avLst/>
          </a:prstGeom>
          <a:noFill/>
        </p:spPr>
        <p:txBody>
          <a:bodyPr wrap="none" lIns="0" tIns="0" rIns="0" bIns="0" rtlCol="0" anchor="t">
            <a:spAutoFit/>
          </a:bodyPr>
          <a:lstStyle/>
          <a:p>
            <a:pPr>
              <a:lnSpc>
                <a:spcPct val="100000"/>
              </a:lnSpc>
              <a:buSzPct val="100000"/>
            </a:pPr>
            <a:r>
              <a:rPr lang="en-US" sz="1400" b="1">
                <a:solidFill>
                  <a:srgbClr val="262626"/>
                </a:solidFill>
                <a:cs typeface="Helvetica"/>
              </a:rPr>
              <a:t>Global revenue</a:t>
            </a:r>
          </a:p>
        </p:txBody>
      </p:sp>
      <p:sp>
        <p:nvSpPr>
          <p:cNvPr id="55" name="TextBox 54">
            <a:extLst>
              <a:ext uri="{FF2B5EF4-FFF2-40B4-BE49-F238E27FC236}">
                <a16:creationId xmlns:a16="http://schemas.microsoft.com/office/drawing/2014/main" id="{966ED42B-569C-17B4-3039-80AD278334B5}"/>
              </a:ext>
            </a:extLst>
          </p:cNvPr>
          <p:cNvSpPr txBox="1"/>
          <p:nvPr/>
        </p:nvSpPr>
        <p:spPr>
          <a:xfrm>
            <a:off x="4229876" y="4101928"/>
            <a:ext cx="1135952" cy="215444"/>
          </a:xfrm>
          <a:prstGeom prst="rect">
            <a:avLst/>
          </a:prstGeom>
          <a:noFill/>
        </p:spPr>
        <p:txBody>
          <a:bodyPr wrap="none" lIns="0" tIns="0" rIns="0" bIns="0" rtlCol="0" anchor="t">
            <a:spAutoFit/>
          </a:bodyPr>
          <a:lstStyle/>
          <a:p>
            <a:pPr>
              <a:lnSpc>
                <a:spcPct val="100000"/>
              </a:lnSpc>
              <a:buSzPct val="100000"/>
            </a:pPr>
            <a:r>
              <a:rPr lang="en-US" sz="1400" b="1">
                <a:solidFill>
                  <a:srgbClr val="262626"/>
                </a:solidFill>
                <a:cs typeface="Helvetica"/>
              </a:rPr>
              <a:t>Q1 2025 YoY</a:t>
            </a:r>
            <a:r>
              <a:rPr lang="en-US" sz="1400" b="1" baseline="30000">
                <a:solidFill>
                  <a:srgbClr val="262626"/>
                </a:solidFill>
                <a:cs typeface="Helvetica"/>
              </a:rPr>
              <a:t>2</a:t>
            </a:r>
            <a:endParaRPr lang="en-US" sz="1400" b="1" baseline="30000">
              <a:solidFill>
                <a:srgbClr val="262626"/>
              </a:solidFill>
              <a:cs typeface="Helvetica" panose="020B0604020202020204" pitchFamily="34" charset="0"/>
            </a:endParaRPr>
          </a:p>
        </p:txBody>
      </p:sp>
      <p:sp>
        <p:nvSpPr>
          <p:cNvPr id="61" name="TextBox 60">
            <a:extLst>
              <a:ext uri="{FF2B5EF4-FFF2-40B4-BE49-F238E27FC236}">
                <a16:creationId xmlns:a16="http://schemas.microsoft.com/office/drawing/2014/main" id="{7F1C56CD-C82D-7838-A32B-44E0E4555AFE}"/>
              </a:ext>
            </a:extLst>
          </p:cNvPr>
          <p:cNvSpPr txBox="1"/>
          <p:nvPr/>
        </p:nvSpPr>
        <p:spPr>
          <a:xfrm>
            <a:off x="6741604" y="3317460"/>
            <a:ext cx="1565254" cy="215433"/>
          </a:xfrm>
          <a:prstGeom prst="rect">
            <a:avLst/>
          </a:prstGeom>
          <a:noFill/>
        </p:spPr>
        <p:txBody>
          <a:bodyPr wrap="none" lIns="0" tIns="0" rIns="0" bIns="0" rtlCol="0" anchor="t">
            <a:spAutoFit/>
          </a:bodyPr>
          <a:lstStyle/>
          <a:p>
            <a:r>
              <a:rPr lang="en-US" sz="1400" b="1">
                <a:solidFill>
                  <a:srgbClr val="262626"/>
                </a:solidFill>
                <a:cs typeface="Helvetica"/>
              </a:rPr>
              <a:t>US customer base</a:t>
            </a:r>
            <a:endParaRPr lang="en-US" sz="1400"/>
          </a:p>
        </p:txBody>
      </p:sp>
      <p:grpSp>
        <p:nvGrpSpPr>
          <p:cNvPr id="28" name="Group 27">
            <a:extLst>
              <a:ext uri="{FF2B5EF4-FFF2-40B4-BE49-F238E27FC236}">
                <a16:creationId xmlns:a16="http://schemas.microsoft.com/office/drawing/2014/main" id="{83593164-2289-84CD-A600-72310A1E1D88}"/>
              </a:ext>
            </a:extLst>
          </p:cNvPr>
          <p:cNvGrpSpPr/>
          <p:nvPr/>
        </p:nvGrpSpPr>
        <p:grpSpPr>
          <a:xfrm>
            <a:off x="4229876" y="3618130"/>
            <a:ext cx="3475064" cy="369332"/>
            <a:chOff x="4229876" y="3618130"/>
            <a:chExt cx="3475064" cy="369332"/>
          </a:xfrm>
        </p:grpSpPr>
        <p:sp>
          <p:nvSpPr>
            <p:cNvPr id="51" name="TextBox 50">
              <a:extLst>
                <a:ext uri="{FF2B5EF4-FFF2-40B4-BE49-F238E27FC236}">
                  <a16:creationId xmlns:a16="http://schemas.microsoft.com/office/drawing/2014/main" id="{89541753-082F-865E-FB57-F70AD457E43F}"/>
                </a:ext>
              </a:extLst>
            </p:cNvPr>
            <p:cNvSpPr txBox="1"/>
            <p:nvPr/>
          </p:nvSpPr>
          <p:spPr>
            <a:xfrm>
              <a:off x="4576055" y="3618130"/>
              <a:ext cx="617157" cy="369332"/>
            </a:xfrm>
            <a:prstGeom prst="rect">
              <a:avLst/>
            </a:prstGeom>
            <a:noFill/>
          </p:spPr>
          <p:txBody>
            <a:bodyPr wrap="none" lIns="0" tIns="0" rIns="0" bIns="0" rtlCol="0" anchor="t">
              <a:spAutoFit/>
            </a:bodyPr>
            <a:lstStyle/>
            <a:p>
              <a:pPr>
                <a:lnSpc>
                  <a:spcPct val="100000"/>
                </a:lnSpc>
                <a:buSzPct val="100000"/>
              </a:pPr>
              <a:r>
                <a:rPr lang="en-US" sz="2400">
                  <a:solidFill>
                    <a:schemeClr val="accent1"/>
                  </a:solidFill>
                  <a:cs typeface="Helvetica"/>
                </a:rPr>
                <a:t>27%</a:t>
              </a:r>
            </a:p>
          </p:txBody>
        </p:sp>
        <p:sp>
          <p:nvSpPr>
            <p:cNvPr id="57" name="Isosceles Triangle 56">
              <a:extLst>
                <a:ext uri="{FF2B5EF4-FFF2-40B4-BE49-F238E27FC236}">
                  <a16:creationId xmlns:a16="http://schemas.microsoft.com/office/drawing/2014/main" id="{D34020EF-D168-844D-AD5C-F3E4FC4C53DB}"/>
                </a:ext>
              </a:extLst>
            </p:cNvPr>
            <p:cNvSpPr/>
            <p:nvPr/>
          </p:nvSpPr>
          <p:spPr>
            <a:xfrm>
              <a:off x="4229876" y="3665636"/>
              <a:ext cx="274320" cy="274320"/>
            </a:xfrm>
            <a:prstGeom prst="triangle">
              <a:avLst/>
            </a:prstGeom>
            <a:solidFill>
              <a:schemeClr val="accent6"/>
            </a:solidFill>
            <a:ln>
              <a:noFill/>
            </a:ln>
          </p:spPr>
          <p:style>
            <a:lnRef idx="0">
              <a:schemeClr val="accent1"/>
            </a:lnRef>
            <a:fillRef idx="1">
              <a:schemeClr val="accent1"/>
            </a:fillRef>
            <a:effectRef idx="0">
              <a:schemeClr val="dk1"/>
            </a:effectRef>
            <a:fontRef idx="minor">
              <a:schemeClr val="lt1"/>
            </a:fontRef>
          </p:style>
          <p:txBody>
            <a:bodyPr rtlCol="0" anchor="ctr"/>
            <a:lstStyle/>
            <a:p>
              <a:pPr>
                <a:lnSpc>
                  <a:spcPct val="100000"/>
                </a:lnSpc>
              </a:pPr>
              <a:endParaRPr lang="en-US" sz="1400">
                <a:cs typeface="Helvetica" panose="020B0604020202020204" pitchFamily="34" charset="0"/>
              </a:endParaRPr>
            </a:p>
          </p:txBody>
        </p:sp>
        <p:sp>
          <p:nvSpPr>
            <p:cNvPr id="59" name="TextBox 58">
              <a:extLst>
                <a:ext uri="{FF2B5EF4-FFF2-40B4-BE49-F238E27FC236}">
                  <a16:creationId xmlns:a16="http://schemas.microsoft.com/office/drawing/2014/main" id="{034DD703-DB08-FFD2-05B6-DEB711F1E854}"/>
                </a:ext>
              </a:extLst>
            </p:cNvPr>
            <p:cNvSpPr txBox="1"/>
            <p:nvPr/>
          </p:nvSpPr>
          <p:spPr>
            <a:xfrm>
              <a:off x="7087783" y="3618130"/>
              <a:ext cx="617157" cy="369332"/>
            </a:xfrm>
            <a:prstGeom prst="rect">
              <a:avLst/>
            </a:prstGeom>
            <a:noFill/>
          </p:spPr>
          <p:txBody>
            <a:bodyPr wrap="none" lIns="0" tIns="0" rIns="0" bIns="0" rtlCol="0" anchor="t">
              <a:spAutoFit/>
            </a:bodyPr>
            <a:lstStyle/>
            <a:p>
              <a:pPr>
                <a:lnSpc>
                  <a:spcPct val="100000"/>
                </a:lnSpc>
                <a:buSzPct val="100000"/>
              </a:pPr>
              <a:r>
                <a:rPr lang="en-US" sz="2400">
                  <a:solidFill>
                    <a:schemeClr val="accent1"/>
                  </a:solidFill>
                  <a:cs typeface="Helvetica"/>
                </a:rPr>
                <a:t>21%</a:t>
              </a:r>
            </a:p>
          </p:txBody>
        </p:sp>
        <p:sp>
          <p:nvSpPr>
            <p:cNvPr id="63" name="Isosceles Triangle 62">
              <a:extLst>
                <a:ext uri="{FF2B5EF4-FFF2-40B4-BE49-F238E27FC236}">
                  <a16:creationId xmlns:a16="http://schemas.microsoft.com/office/drawing/2014/main" id="{4BB19AA3-F383-53E8-A5E2-733B5863AFCA}"/>
                </a:ext>
              </a:extLst>
            </p:cNvPr>
            <p:cNvSpPr/>
            <p:nvPr/>
          </p:nvSpPr>
          <p:spPr>
            <a:xfrm>
              <a:off x="6741604" y="3665636"/>
              <a:ext cx="274320" cy="274320"/>
            </a:xfrm>
            <a:prstGeom prst="triangle">
              <a:avLst/>
            </a:prstGeom>
            <a:solidFill>
              <a:schemeClr val="accent6"/>
            </a:solidFill>
            <a:ln>
              <a:noFill/>
            </a:ln>
          </p:spPr>
          <p:style>
            <a:lnRef idx="0">
              <a:schemeClr val="accent1"/>
            </a:lnRef>
            <a:fillRef idx="1">
              <a:schemeClr val="accent1"/>
            </a:fillRef>
            <a:effectRef idx="0">
              <a:schemeClr val="dk1"/>
            </a:effectRef>
            <a:fontRef idx="minor">
              <a:schemeClr val="lt1"/>
            </a:fontRef>
          </p:style>
          <p:txBody>
            <a:bodyPr rtlCol="0" anchor="ctr"/>
            <a:lstStyle/>
            <a:p>
              <a:pPr>
                <a:lnSpc>
                  <a:spcPct val="100000"/>
                </a:lnSpc>
              </a:pPr>
              <a:endParaRPr lang="en-US" sz="1400">
                <a:cs typeface="Helvetica" panose="020B0604020202020204" pitchFamily="34" charset="0"/>
              </a:endParaRPr>
            </a:p>
          </p:txBody>
        </p:sp>
      </p:grpSp>
      <p:pic>
        <p:nvPicPr>
          <p:cNvPr id="96" name="Picture 95" descr="Upstart logo in transparent PNG and vectorized SVG formats">
            <a:extLst>
              <a:ext uri="{FF2B5EF4-FFF2-40B4-BE49-F238E27FC236}">
                <a16:creationId xmlns:a16="http://schemas.microsoft.com/office/drawing/2014/main" id="{99B2A506-AE74-C855-18BD-CC66926F77BD}"/>
              </a:ext>
            </a:extLst>
          </p:cNvPr>
          <p:cNvPicPr>
            <a:picLocks noChangeAspect="1"/>
          </p:cNvPicPr>
          <p:nvPr/>
        </p:nvPicPr>
        <p:blipFill>
          <a:blip r:embed="rId9" cstate="print">
            <a:extLst>
              <a:ext uri="{BEBA8EAE-BF5A-486C-A8C5-ECC9F3942E4B}">
                <a14:imgProps xmlns:a14="http://schemas.microsoft.com/office/drawing/2010/main">
                  <a14:imgLayer r:embed="rId10">
                    <a14:imgEffect>
                      <a14:saturation sat="400000"/>
                    </a14:imgEffect>
                    <a14:imgEffect>
                      <a14:brightnessContrast bright="-90000" contrast="-48000"/>
                    </a14:imgEffect>
                  </a14:imgLayer>
                </a14:imgProps>
              </a:ext>
              <a:ext uri="{28A0092B-C50C-407E-A947-70E740481C1C}">
                <a14:useLocalDpi xmlns:a14="http://schemas.microsoft.com/office/drawing/2010/main"/>
              </a:ext>
            </a:extLst>
          </a:blip>
          <a:stretch>
            <a:fillRect/>
          </a:stretch>
        </p:blipFill>
        <p:spPr>
          <a:xfrm>
            <a:off x="4229846" y="1085850"/>
            <a:ext cx="1479056" cy="306931"/>
          </a:xfrm>
          <a:prstGeom prst="rect">
            <a:avLst/>
          </a:prstGeom>
        </p:spPr>
      </p:pic>
      <p:sp>
        <p:nvSpPr>
          <p:cNvPr id="100" name="TextBox 99">
            <a:extLst>
              <a:ext uri="{FF2B5EF4-FFF2-40B4-BE49-F238E27FC236}">
                <a16:creationId xmlns:a16="http://schemas.microsoft.com/office/drawing/2014/main" id="{23C23334-D34F-35EC-0BE4-893BAF53874B}"/>
              </a:ext>
            </a:extLst>
          </p:cNvPr>
          <p:cNvSpPr txBox="1"/>
          <p:nvPr/>
        </p:nvSpPr>
        <p:spPr>
          <a:xfrm>
            <a:off x="4229876" y="1494161"/>
            <a:ext cx="1153575" cy="215433"/>
          </a:xfrm>
          <a:prstGeom prst="rect">
            <a:avLst/>
          </a:prstGeom>
          <a:noFill/>
        </p:spPr>
        <p:txBody>
          <a:bodyPr wrap="none" lIns="0" tIns="0" rIns="0" bIns="0" rtlCol="0" anchor="t">
            <a:spAutoFit/>
          </a:bodyPr>
          <a:lstStyle/>
          <a:p>
            <a:pPr>
              <a:lnSpc>
                <a:spcPct val="100000"/>
              </a:lnSpc>
              <a:buSzPct val="100000"/>
            </a:pPr>
            <a:r>
              <a:rPr lang="en-US" sz="1400" b="1">
                <a:solidFill>
                  <a:srgbClr val="262626"/>
                </a:solidFill>
                <a:cs typeface="Helvetica"/>
              </a:rPr>
              <a:t>Total revenue</a:t>
            </a:r>
            <a:endParaRPr lang="en-US" sz="1400" b="1">
              <a:solidFill>
                <a:srgbClr val="262626"/>
              </a:solidFill>
              <a:cs typeface="Helvetica" panose="020B0604020202020204" pitchFamily="34" charset="0"/>
            </a:endParaRPr>
          </a:p>
        </p:txBody>
      </p:sp>
      <p:sp>
        <p:nvSpPr>
          <p:cNvPr id="102" name="TextBox 101">
            <a:extLst>
              <a:ext uri="{FF2B5EF4-FFF2-40B4-BE49-F238E27FC236}">
                <a16:creationId xmlns:a16="http://schemas.microsoft.com/office/drawing/2014/main" id="{E8458C69-6F15-A4D3-1BE0-5467B1829CD6}"/>
              </a:ext>
            </a:extLst>
          </p:cNvPr>
          <p:cNvSpPr txBox="1"/>
          <p:nvPr/>
        </p:nvSpPr>
        <p:spPr>
          <a:xfrm>
            <a:off x="4229876" y="2279185"/>
            <a:ext cx="1135952" cy="215444"/>
          </a:xfrm>
          <a:prstGeom prst="rect">
            <a:avLst/>
          </a:prstGeom>
          <a:noFill/>
        </p:spPr>
        <p:txBody>
          <a:bodyPr wrap="none" lIns="0" tIns="0" rIns="0" bIns="0" rtlCol="0" anchor="t">
            <a:spAutoFit/>
          </a:bodyPr>
          <a:lstStyle/>
          <a:p>
            <a:pPr>
              <a:lnSpc>
                <a:spcPct val="100000"/>
              </a:lnSpc>
              <a:buSzPct val="100000"/>
            </a:pPr>
            <a:r>
              <a:rPr lang="en-US" sz="1400" b="1">
                <a:solidFill>
                  <a:srgbClr val="262626"/>
                </a:solidFill>
                <a:cs typeface="Helvetica"/>
              </a:rPr>
              <a:t>Q1 2025 YoY</a:t>
            </a:r>
            <a:r>
              <a:rPr lang="en-US" sz="1400" b="1" baseline="30000">
                <a:solidFill>
                  <a:srgbClr val="262626"/>
                </a:solidFill>
                <a:cs typeface="Helvetica"/>
              </a:rPr>
              <a:t>1</a:t>
            </a:r>
            <a:endParaRPr lang="en-US" sz="1400"/>
          </a:p>
        </p:txBody>
      </p:sp>
      <p:sp>
        <p:nvSpPr>
          <p:cNvPr id="108" name="TextBox 107">
            <a:extLst>
              <a:ext uri="{FF2B5EF4-FFF2-40B4-BE49-F238E27FC236}">
                <a16:creationId xmlns:a16="http://schemas.microsoft.com/office/drawing/2014/main" id="{BB2CD3A0-1989-1E81-BF6F-38027A350929}"/>
              </a:ext>
            </a:extLst>
          </p:cNvPr>
          <p:cNvSpPr txBox="1"/>
          <p:nvPr/>
        </p:nvSpPr>
        <p:spPr>
          <a:xfrm>
            <a:off x="6741604" y="1494161"/>
            <a:ext cx="1685761" cy="215433"/>
          </a:xfrm>
          <a:prstGeom prst="rect">
            <a:avLst/>
          </a:prstGeom>
          <a:noFill/>
        </p:spPr>
        <p:txBody>
          <a:bodyPr wrap="none" lIns="0" tIns="0" rIns="0" bIns="0" rtlCol="0" anchor="t">
            <a:spAutoFit/>
          </a:bodyPr>
          <a:lstStyle/>
          <a:p>
            <a:r>
              <a:rPr lang="en-US" sz="1400" b="1">
                <a:solidFill>
                  <a:srgbClr val="262626"/>
                </a:solidFill>
                <a:cs typeface="Helvetica"/>
              </a:rPr>
              <a:t>Transaction volume</a:t>
            </a:r>
            <a:endParaRPr lang="en-US" sz="1400"/>
          </a:p>
        </p:txBody>
      </p:sp>
      <p:sp>
        <p:nvSpPr>
          <p:cNvPr id="110" name="TextBox 109">
            <a:extLst>
              <a:ext uri="{FF2B5EF4-FFF2-40B4-BE49-F238E27FC236}">
                <a16:creationId xmlns:a16="http://schemas.microsoft.com/office/drawing/2014/main" id="{F30C127C-6BB6-1455-E3F8-082AC4D73FE1}"/>
              </a:ext>
            </a:extLst>
          </p:cNvPr>
          <p:cNvSpPr txBox="1"/>
          <p:nvPr/>
        </p:nvSpPr>
        <p:spPr>
          <a:xfrm>
            <a:off x="6741604" y="2279185"/>
            <a:ext cx="1135952" cy="215444"/>
          </a:xfrm>
          <a:prstGeom prst="rect">
            <a:avLst/>
          </a:prstGeom>
          <a:noFill/>
        </p:spPr>
        <p:txBody>
          <a:bodyPr wrap="none" lIns="0" tIns="0" rIns="0" bIns="0" rtlCol="0" anchor="t">
            <a:spAutoFit/>
          </a:bodyPr>
          <a:lstStyle/>
          <a:p>
            <a:r>
              <a:rPr lang="en-US" sz="1400" b="1">
                <a:solidFill>
                  <a:srgbClr val="262626"/>
                </a:solidFill>
                <a:cs typeface="Helvetica"/>
              </a:rPr>
              <a:t>Q1 2025 YoY</a:t>
            </a:r>
            <a:r>
              <a:rPr lang="en-US" sz="1400" b="1" baseline="30000">
                <a:solidFill>
                  <a:srgbClr val="262626"/>
                </a:solidFill>
                <a:cs typeface="Helvetica"/>
              </a:rPr>
              <a:t>1</a:t>
            </a:r>
            <a:endParaRPr lang="en-US" sz="1400" baseline="30000">
              <a:solidFill>
                <a:srgbClr val="000000"/>
              </a:solidFill>
              <a:cs typeface="Helvetica"/>
            </a:endParaRPr>
          </a:p>
        </p:txBody>
      </p:sp>
      <p:grpSp>
        <p:nvGrpSpPr>
          <p:cNvPr id="27" name="Group 26">
            <a:extLst>
              <a:ext uri="{FF2B5EF4-FFF2-40B4-BE49-F238E27FC236}">
                <a16:creationId xmlns:a16="http://schemas.microsoft.com/office/drawing/2014/main" id="{1DB37695-0DD6-086B-58A2-65D28415731E}"/>
              </a:ext>
            </a:extLst>
          </p:cNvPr>
          <p:cNvGrpSpPr/>
          <p:nvPr/>
        </p:nvGrpSpPr>
        <p:grpSpPr>
          <a:xfrm>
            <a:off x="4229876" y="1771714"/>
            <a:ext cx="3646584" cy="369332"/>
            <a:chOff x="4229876" y="1771714"/>
            <a:chExt cx="3646584" cy="369332"/>
          </a:xfrm>
        </p:grpSpPr>
        <p:sp>
          <p:nvSpPr>
            <p:cNvPr id="98" name="TextBox 97">
              <a:extLst>
                <a:ext uri="{FF2B5EF4-FFF2-40B4-BE49-F238E27FC236}">
                  <a16:creationId xmlns:a16="http://schemas.microsoft.com/office/drawing/2014/main" id="{B5DE278D-2823-29BD-DDDF-D5C97238F608}"/>
                </a:ext>
              </a:extLst>
            </p:cNvPr>
            <p:cNvSpPr txBox="1"/>
            <p:nvPr/>
          </p:nvSpPr>
          <p:spPr>
            <a:xfrm>
              <a:off x="4576055" y="1771714"/>
              <a:ext cx="617157" cy="369332"/>
            </a:xfrm>
            <a:prstGeom prst="rect">
              <a:avLst/>
            </a:prstGeom>
            <a:noFill/>
          </p:spPr>
          <p:txBody>
            <a:bodyPr wrap="none" lIns="0" tIns="0" rIns="0" bIns="0" rtlCol="0" anchor="t">
              <a:spAutoFit/>
            </a:bodyPr>
            <a:lstStyle/>
            <a:p>
              <a:pPr>
                <a:lnSpc>
                  <a:spcPct val="100000"/>
                </a:lnSpc>
                <a:buSzPct val="100000"/>
              </a:pPr>
              <a:r>
                <a:rPr lang="en-US" sz="2400">
                  <a:solidFill>
                    <a:schemeClr val="accent1"/>
                  </a:solidFill>
                  <a:cs typeface="Helvetica"/>
                </a:rPr>
                <a:t>67%</a:t>
              </a:r>
            </a:p>
          </p:txBody>
        </p:sp>
        <p:sp>
          <p:nvSpPr>
            <p:cNvPr id="104" name="Isosceles Triangle 103">
              <a:extLst>
                <a:ext uri="{FF2B5EF4-FFF2-40B4-BE49-F238E27FC236}">
                  <a16:creationId xmlns:a16="http://schemas.microsoft.com/office/drawing/2014/main" id="{97E8FC81-F50B-029F-ED6D-1532D6B5F19C}"/>
                </a:ext>
              </a:extLst>
            </p:cNvPr>
            <p:cNvSpPr/>
            <p:nvPr/>
          </p:nvSpPr>
          <p:spPr>
            <a:xfrm>
              <a:off x="4229876" y="1819220"/>
              <a:ext cx="274320" cy="274320"/>
            </a:xfrm>
            <a:prstGeom prst="triangle">
              <a:avLst/>
            </a:prstGeom>
            <a:solidFill>
              <a:schemeClr val="accent6"/>
            </a:solidFill>
            <a:ln>
              <a:noFill/>
            </a:ln>
          </p:spPr>
          <p:style>
            <a:lnRef idx="0">
              <a:schemeClr val="accent1"/>
            </a:lnRef>
            <a:fillRef idx="1">
              <a:schemeClr val="accent1"/>
            </a:fillRef>
            <a:effectRef idx="0">
              <a:schemeClr val="dk1"/>
            </a:effectRef>
            <a:fontRef idx="minor">
              <a:schemeClr val="lt1"/>
            </a:fontRef>
          </p:style>
          <p:txBody>
            <a:bodyPr rtlCol="0" anchor="ctr"/>
            <a:lstStyle/>
            <a:p>
              <a:pPr>
                <a:lnSpc>
                  <a:spcPct val="100000"/>
                </a:lnSpc>
              </a:pPr>
              <a:endParaRPr lang="en-US" sz="1400">
                <a:cs typeface="Helvetica" panose="020B0604020202020204" pitchFamily="34" charset="0"/>
              </a:endParaRPr>
            </a:p>
          </p:txBody>
        </p:sp>
        <p:sp>
          <p:nvSpPr>
            <p:cNvPr id="106" name="TextBox 105">
              <a:extLst>
                <a:ext uri="{FF2B5EF4-FFF2-40B4-BE49-F238E27FC236}">
                  <a16:creationId xmlns:a16="http://schemas.microsoft.com/office/drawing/2014/main" id="{84C36F71-BE1E-0E3B-73C5-040829E1D43D}"/>
                </a:ext>
              </a:extLst>
            </p:cNvPr>
            <p:cNvSpPr txBox="1"/>
            <p:nvPr/>
          </p:nvSpPr>
          <p:spPr>
            <a:xfrm>
              <a:off x="7087783" y="1771714"/>
              <a:ext cx="788677" cy="369332"/>
            </a:xfrm>
            <a:prstGeom prst="rect">
              <a:avLst/>
            </a:prstGeom>
            <a:noFill/>
          </p:spPr>
          <p:txBody>
            <a:bodyPr wrap="none" lIns="0" tIns="0" rIns="0" bIns="0" rtlCol="0" anchor="t">
              <a:spAutoFit/>
            </a:bodyPr>
            <a:lstStyle/>
            <a:p>
              <a:pPr>
                <a:lnSpc>
                  <a:spcPct val="100000"/>
                </a:lnSpc>
                <a:buSzPct val="100000"/>
              </a:pPr>
              <a:r>
                <a:rPr lang="en-US" sz="2400">
                  <a:solidFill>
                    <a:schemeClr val="accent1"/>
                  </a:solidFill>
                  <a:cs typeface="Helvetica"/>
                </a:rPr>
                <a:t>102%</a:t>
              </a:r>
            </a:p>
          </p:txBody>
        </p:sp>
        <p:sp>
          <p:nvSpPr>
            <p:cNvPr id="112" name="Isosceles Triangle 111">
              <a:extLst>
                <a:ext uri="{FF2B5EF4-FFF2-40B4-BE49-F238E27FC236}">
                  <a16:creationId xmlns:a16="http://schemas.microsoft.com/office/drawing/2014/main" id="{F9A972D8-3B8F-B7D7-F522-997F2D9C6C63}"/>
                </a:ext>
              </a:extLst>
            </p:cNvPr>
            <p:cNvSpPr/>
            <p:nvPr/>
          </p:nvSpPr>
          <p:spPr>
            <a:xfrm>
              <a:off x="6741604" y="1819220"/>
              <a:ext cx="274320" cy="274320"/>
            </a:xfrm>
            <a:prstGeom prst="triangle">
              <a:avLst/>
            </a:prstGeom>
            <a:solidFill>
              <a:schemeClr val="accent6"/>
            </a:solidFill>
            <a:ln>
              <a:noFill/>
            </a:ln>
          </p:spPr>
          <p:style>
            <a:lnRef idx="0">
              <a:schemeClr val="accent1"/>
            </a:lnRef>
            <a:fillRef idx="1">
              <a:schemeClr val="accent1"/>
            </a:fillRef>
            <a:effectRef idx="0">
              <a:schemeClr val="dk1"/>
            </a:effectRef>
            <a:fontRef idx="minor">
              <a:schemeClr val="lt1"/>
            </a:fontRef>
          </p:style>
          <p:txBody>
            <a:bodyPr rtlCol="0" anchor="ctr"/>
            <a:lstStyle/>
            <a:p>
              <a:pPr>
                <a:lnSpc>
                  <a:spcPct val="100000"/>
                </a:lnSpc>
              </a:pPr>
              <a:endParaRPr lang="en-US" sz="1400">
                <a:cs typeface="Helvetica" panose="020B0604020202020204" pitchFamily="34" charset="0"/>
              </a:endParaRPr>
            </a:p>
          </p:txBody>
        </p:sp>
      </p:grpSp>
      <p:sp>
        <p:nvSpPr>
          <p:cNvPr id="114" name="TextBox 113">
            <a:extLst>
              <a:ext uri="{FF2B5EF4-FFF2-40B4-BE49-F238E27FC236}">
                <a16:creationId xmlns:a16="http://schemas.microsoft.com/office/drawing/2014/main" id="{B7D87836-8C26-2862-F216-D88EB73A4FC0}"/>
              </a:ext>
            </a:extLst>
          </p:cNvPr>
          <p:cNvSpPr txBox="1"/>
          <p:nvPr/>
        </p:nvSpPr>
        <p:spPr>
          <a:xfrm>
            <a:off x="6741604" y="4101928"/>
            <a:ext cx="1135952" cy="215444"/>
          </a:xfrm>
          <a:prstGeom prst="rect">
            <a:avLst/>
          </a:prstGeom>
          <a:noFill/>
        </p:spPr>
        <p:txBody>
          <a:bodyPr wrap="none" lIns="0" tIns="0" rIns="0" bIns="0" rtlCol="0" anchor="t">
            <a:spAutoFit/>
          </a:bodyPr>
          <a:lstStyle/>
          <a:p>
            <a:pPr>
              <a:lnSpc>
                <a:spcPct val="100000"/>
              </a:lnSpc>
              <a:buSzPct val="100000"/>
            </a:pPr>
            <a:r>
              <a:rPr lang="en-US" sz="1400" b="1">
                <a:solidFill>
                  <a:srgbClr val="262626"/>
                </a:solidFill>
                <a:cs typeface="Helvetica"/>
              </a:rPr>
              <a:t>Q1 2025 YoY</a:t>
            </a:r>
            <a:r>
              <a:rPr lang="en-US" sz="1400" b="1" baseline="30000">
                <a:solidFill>
                  <a:srgbClr val="262626"/>
                </a:solidFill>
                <a:cs typeface="Helvetica"/>
              </a:rPr>
              <a:t>2</a:t>
            </a:r>
            <a:endParaRPr lang="en-US" sz="1400" b="1" baseline="30000">
              <a:solidFill>
                <a:srgbClr val="262626"/>
              </a:solidFill>
              <a:cs typeface="Helvetica" panose="020B0604020202020204" pitchFamily="34" charset="0"/>
            </a:endParaRPr>
          </a:p>
        </p:txBody>
      </p:sp>
      <p:pic>
        <p:nvPicPr>
          <p:cNvPr id="2" name="Picture 1" descr="A black and white text&#10;&#10;AI-generated content may be incorrect.">
            <a:extLst>
              <a:ext uri="{FF2B5EF4-FFF2-40B4-BE49-F238E27FC236}">
                <a16:creationId xmlns:a16="http://schemas.microsoft.com/office/drawing/2014/main" id="{0F96C0CA-A262-2A70-7AE1-2436AC3FFD65}"/>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4132485" y="2656297"/>
            <a:ext cx="1382494" cy="798802"/>
          </a:xfrm>
          <a:prstGeom prst="rect">
            <a:avLst/>
          </a:prstGeom>
        </p:spPr>
      </p:pic>
      <p:sp>
        <p:nvSpPr>
          <p:cNvPr id="10" name="TextBox 9">
            <a:extLst>
              <a:ext uri="{FF2B5EF4-FFF2-40B4-BE49-F238E27FC236}">
                <a16:creationId xmlns:a16="http://schemas.microsoft.com/office/drawing/2014/main" id="{CEED7BE8-E8FC-2FB4-33DD-53DA3FE778EE}"/>
              </a:ext>
            </a:extLst>
          </p:cNvPr>
          <p:cNvSpPr txBox="1"/>
          <p:nvPr/>
        </p:nvSpPr>
        <p:spPr>
          <a:xfrm>
            <a:off x="4229876" y="5096849"/>
            <a:ext cx="1297366" cy="215433"/>
          </a:xfrm>
          <a:prstGeom prst="rect">
            <a:avLst/>
          </a:prstGeom>
          <a:noFill/>
        </p:spPr>
        <p:txBody>
          <a:bodyPr wrap="none" lIns="0" tIns="0" rIns="0" bIns="0" rtlCol="0" anchor="t">
            <a:spAutoFit/>
          </a:bodyPr>
          <a:lstStyle/>
          <a:p>
            <a:pPr>
              <a:lnSpc>
                <a:spcPct val="100000"/>
              </a:lnSpc>
              <a:buSzPct val="100000"/>
            </a:pPr>
            <a:r>
              <a:rPr lang="en-US" sz="1400" b="1">
                <a:solidFill>
                  <a:srgbClr val="262626"/>
                </a:solidFill>
                <a:cs typeface="Helvetica"/>
              </a:rPr>
              <a:t>Global revenue</a:t>
            </a:r>
          </a:p>
        </p:txBody>
      </p:sp>
      <p:sp>
        <p:nvSpPr>
          <p:cNvPr id="16" name="TextBox 15">
            <a:extLst>
              <a:ext uri="{FF2B5EF4-FFF2-40B4-BE49-F238E27FC236}">
                <a16:creationId xmlns:a16="http://schemas.microsoft.com/office/drawing/2014/main" id="{121A944A-4884-BBA6-79F5-663D27654736}"/>
              </a:ext>
            </a:extLst>
          </p:cNvPr>
          <p:cNvSpPr txBox="1"/>
          <p:nvPr/>
        </p:nvSpPr>
        <p:spPr>
          <a:xfrm>
            <a:off x="6741604" y="5096849"/>
            <a:ext cx="985999" cy="215433"/>
          </a:xfrm>
          <a:prstGeom prst="rect">
            <a:avLst/>
          </a:prstGeom>
          <a:noFill/>
        </p:spPr>
        <p:txBody>
          <a:bodyPr wrap="none" lIns="0" tIns="0" rIns="0" bIns="0" rtlCol="0" anchor="t">
            <a:spAutoFit/>
          </a:bodyPr>
          <a:lstStyle/>
          <a:p>
            <a:r>
              <a:rPr lang="en-US" sz="1400" b="1">
                <a:solidFill>
                  <a:srgbClr val="262626"/>
                </a:solidFill>
                <a:cs typeface="Helvetica"/>
              </a:rPr>
              <a:t>US revenue</a:t>
            </a:r>
            <a:endParaRPr lang="en-US" sz="1400"/>
          </a:p>
        </p:txBody>
      </p:sp>
      <p:grpSp>
        <p:nvGrpSpPr>
          <p:cNvPr id="29" name="Group 28">
            <a:extLst>
              <a:ext uri="{FF2B5EF4-FFF2-40B4-BE49-F238E27FC236}">
                <a16:creationId xmlns:a16="http://schemas.microsoft.com/office/drawing/2014/main" id="{5D933861-BA2C-EC9C-3994-3EB2C08C789F}"/>
              </a:ext>
            </a:extLst>
          </p:cNvPr>
          <p:cNvGrpSpPr/>
          <p:nvPr/>
        </p:nvGrpSpPr>
        <p:grpSpPr>
          <a:xfrm>
            <a:off x="4229876" y="5411446"/>
            <a:ext cx="3475064" cy="369332"/>
            <a:chOff x="4229876" y="5411446"/>
            <a:chExt cx="3475064" cy="369332"/>
          </a:xfrm>
        </p:grpSpPr>
        <p:sp>
          <p:nvSpPr>
            <p:cNvPr id="8" name="TextBox 7">
              <a:extLst>
                <a:ext uri="{FF2B5EF4-FFF2-40B4-BE49-F238E27FC236}">
                  <a16:creationId xmlns:a16="http://schemas.microsoft.com/office/drawing/2014/main" id="{F0A5144D-D2B4-E9BF-E304-268E87ACAF34}"/>
                </a:ext>
              </a:extLst>
            </p:cNvPr>
            <p:cNvSpPr txBox="1"/>
            <p:nvPr/>
          </p:nvSpPr>
          <p:spPr>
            <a:xfrm>
              <a:off x="4576055" y="5411446"/>
              <a:ext cx="617157" cy="369332"/>
            </a:xfrm>
            <a:prstGeom prst="rect">
              <a:avLst/>
            </a:prstGeom>
            <a:noFill/>
          </p:spPr>
          <p:txBody>
            <a:bodyPr wrap="none" lIns="0" tIns="0" rIns="0" bIns="0" rtlCol="0" anchor="t">
              <a:spAutoFit/>
            </a:bodyPr>
            <a:lstStyle/>
            <a:p>
              <a:pPr>
                <a:lnSpc>
                  <a:spcPct val="100000"/>
                </a:lnSpc>
                <a:buSzPct val="100000"/>
              </a:pPr>
              <a:r>
                <a:rPr lang="en-US" sz="2400">
                  <a:solidFill>
                    <a:schemeClr val="accent1"/>
                  </a:solidFill>
                  <a:cs typeface="Helvetica"/>
                </a:rPr>
                <a:t>15%</a:t>
              </a:r>
            </a:p>
          </p:txBody>
        </p:sp>
        <p:sp>
          <p:nvSpPr>
            <p:cNvPr id="12" name="Isosceles Triangle 11">
              <a:extLst>
                <a:ext uri="{FF2B5EF4-FFF2-40B4-BE49-F238E27FC236}">
                  <a16:creationId xmlns:a16="http://schemas.microsoft.com/office/drawing/2014/main" id="{01A338A5-C60F-DE4E-EC1C-0D2D855614EF}"/>
                </a:ext>
              </a:extLst>
            </p:cNvPr>
            <p:cNvSpPr/>
            <p:nvPr/>
          </p:nvSpPr>
          <p:spPr>
            <a:xfrm>
              <a:off x="4229876" y="5458952"/>
              <a:ext cx="274320" cy="274320"/>
            </a:xfrm>
            <a:prstGeom prst="triangle">
              <a:avLst/>
            </a:prstGeom>
            <a:solidFill>
              <a:schemeClr val="accent6"/>
            </a:solidFill>
            <a:ln>
              <a:noFill/>
            </a:ln>
          </p:spPr>
          <p:style>
            <a:lnRef idx="0">
              <a:schemeClr val="accent1"/>
            </a:lnRef>
            <a:fillRef idx="1">
              <a:schemeClr val="accent1"/>
            </a:fillRef>
            <a:effectRef idx="0">
              <a:schemeClr val="dk1"/>
            </a:effectRef>
            <a:fontRef idx="minor">
              <a:schemeClr val="lt1"/>
            </a:fontRef>
          </p:style>
          <p:txBody>
            <a:bodyPr rtlCol="0" anchor="ctr"/>
            <a:lstStyle/>
            <a:p>
              <a:pPr>
                <a:lnSpc>
                  <a:spcPct val="100000"/>
                </a:lnSpc>
              </a:pPr>
              <a:endParaRPr lang="en-US" sz="1400">
                <a:cs typeface="Helvetica" panose="020B0604020202020204" pitchFamily="34" charset="0"/>
              </a:endParaRPr>
            </a:p>
          </p:txBody>
        </p:sp>
        <p:sp>
          <p:nvSpPr>
            <p:cNvPr id="14" name="TextBox 13">
              <a:extLst>
                <a:ext uri="{FF2B5EF4-FFF2-40B4-BE49-F238E27FC236}">
                  <a16:creationId xmlns:a16="http://schemas.microsoft.com/office/drawing/2014/main" id="{3C01D823-FCAD-7BA3-7263-EDD8F07ECFBD}"/>
                </a:ext>
              </a:extLst>
            </p:cNvPr>
            <p:cNvSpPr txBox="1"/>
            <p:nvPr/>
          </p:nvSpPr>
          <p:spPr>
            <a:xfrm>
              <a:off x="7087783" y="5411446"/>
              <a:ext cx="617157" cy="369332"/>
            </a:xfrm>
            <a:prstGeom prst="rect">
              <a:avLst/>
            </a:prstGeom>
            <a:noFill/>
          </p:spPr>
          <p:txBody>
            <a:bodyPr wrap="none" lIns="0" tIns="0" rIns="0" bIns="0" rtlCol="0" anchor="t">
              <a:spAutoFit/>
            </a:bodyPr>
            <a:lstStyle/>
            <a:p>
              <a:pPr>
                <a:lnSpc>
                  <a:spcPct val="100000"/>
                </a:lnSpc>
                <a:buSzPct val="100000"/>
              </a:pPr>
              <a:r>
                <a:rPr lang="en-US" sz="2400">
                  <a:solidFill>
                    <a:schemeClr val="accent1"/>
                  </a:solidFill>
                  <a:cs typeface="Helvetica"/>
                </a:rPr>
                <a:t>33%</a:t>
              </a:r>
            </a:p>
          </p:txBody>
        </p:sp>
        <p:sp>
          <p:nvSpPr>
            <p:cNvPr id="19" name="Isosceles Triangle 18">
              <a:extLst>
                <a:ext uri="{FF2B5EF4-FFF2-40B4-BE49-F238E27FC236}">
                  <a16:creationId xmlns:a16="http://schemas.microsoft.com/office/drawing/2014/main" id="{FAB1DAC4-5496-0A40-22B0-AC249FC5D7DE}"/>
                </a:ext>
              </a:extLst>
            </p:cNvPr>
            <p:cNvSpPr/>
            <p:nvPr/>
          </p:nvSpPr>
          <p:spPr>
            <a:xfrm>
              <a:off x="6741604" y="5458952"/>
              <a:ext cx="274320" cy="274320"/>
            </a:xfrm>
            <a:prstGeom prst="triangle">
              <a:avLst/>
            </a:prstGeom>
            <a:solidFill>
              <a:schemeClr val="accent6"/>
            </a:solidFill>
            <a:ln>
              <a:noFill/>
            </a:ln>
          </p:spPr>
          <p:style>
            <a:lnRef idx="0">
              <a:schemeClr val="accent1"/>
            </a:lnRef>
            <a:fillRef idx="1">
              <a:schemeClr val="accent1"/>
            </a:fillRef>
            <a:effectRef idx="0">
              <a:schemeClr val="dk1"/>
            </a:effectRef>
            <a:fontRef idx="minor">
              <a:schemeClr val="lt1"/>
            </a:fontRef>
          </p:style>
          <p:txBody>
            <a:bodyPr rtlCol="0" anchor="ctr"/>
            <a:lstStyle/>
            <a:p>
              <a:pPr>
                <a:lnSpc>
                  <a:spcPct val="100000"/>
                </a:lnSpc>
              </a:pPr>
              <a:endParaRPr lang="en-US" sz="1400">
                <a:cs typeface="Helvetica" panose="020B0604020202020204" pitchFamily="34" charset="0"/>
              </a:endParaRPr>
            </a:p>
          </p:txBody>
        </p:sp>
      </p:grpSp>
      <p:pic>
        <p:nvPicPr>
          <p:cNvPr id="21" name="Picture 20" descr="A black background with blue letters&#10;&#10;AI-generated content may be incorrect.">
            <a:extLst>
              <a:ext uri="{FF2B5EF4-FFF2-40B4-BE49-F238E27FC236}">
                <a16:creationId xmlns:a16="http://schemas.microsoft.com/office/drawing/2014/main" id="{9D8F063C-F7B6-A71A-E338-49BFCA654484}"/>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4030440" y="4518294"/>
            <a:ext cx="1288605" cy="617645"/>
          </a:xfrm>
          <a:prstGeom prst="rect">
            <a:avLst/>
          </a:prstGeom>
          <a:noFill/>
          <a:ln>
            <a:noFill/>
          </a:ln>
        </p:spPr>
      </p:pic>
      <p:sp>
        <p:nvSpPr>
          <p:cNvPr id="11" name="TextBox 10">
            <a:extLst>
              <a:ext uri="{FF2B5EF4-FFF2-40B4-BE49-F238E27FC236}">
                <a16:creationId xmlns:a16="http://schemas.microsoft.com/office/drawing/2014/main" id="{A2530647-85EB-B7D3-87A8-DEC61F319B3B}"/>
              </a:ext>
            </a:extLst>
          </p:cNvPr>
          <p:cNvSpPr txBox="1"/>
          <p:nvPr/>
        </p:nvSpPr>
        <p:spPr>
          <a:xfrm>
            <a:off x="4229876" y="5834159"/>
            <a:ext cx="1135952" cy="215444"/>
          </a:xfrm>
          <a:prstGeom prst="rect">
            <a:avLst/>
          </a:prstGeom>
          <a:noFill/>
        </p:spPr>
        <p:txBody>
          <a:bodyPr wrap="none" lIns="0" tIns="0" rIns="0" bIns="0" rtlCol="0" anchor="t">
            <a:spAutoFit/>
          </a:bodyPr>
          <a:lstStyle/>
          <a:p>
            <a:pPr>
              <a:lnSpc>
                <a:spcPct val="100000"/>
              </a:lnSpc>
              <a:buSzPct val="100000"/>
            </a:pPr>
            <a:r>
              <a:rPr lang="en-US" sz="1400" b="1">
                <a:solidFill>
                  <a:srgbClr val="262626"/>
                </a:solidFill>
                <a:cs typeface="Helvetica"/>
              </a:rPr>
              <a:t>Q1 2025 YoY</a:t>
            </a:r>
            <a:r>
              <a:rPr lang="en-US" sz="1400" b="1" baseline="30000">
                <a:solidFill>
                  <a:srgbClr val="262626"/>
                </a:solidFill>
                <a:cs typeface="Helvetica"/>
              </a:rPr>
              <a:t>3</a:t>
            </a:r>
            <a:endParaRPr lang="en-US" sz="1400" b="1" baseline="30000">
              <a:solidFill>
                <a:srgbClr val="262626"/>
              </a:solidFill>
              <a:cs typeface="Helvetica" panose="020B0604020202020204" pitchFamily="34" charset="0"/>
            </a:endParaRPr>
          </a:p>
        </p:txBody>
      </p:sp>
      <p:sp>
        <p:nvSpPr>
          <p:cNvPr id="15" name="TextBox 14">
            <a:extLst>
              <a:ext uri="{FF2B5EF4-FFF2-40B4-BE49-F238E27FC236}">
                <a16:creationId xmlns:a16="http://schemas.microsoft.com/office/drawing/2014/main" id="{52D57586-B832-913A-BCE7-B28626FF3AE0}"/>
              </a:ext>
            </a:extLst>
          </p:cNvPr>
          <p:cNvSpPr txBox="1"/>
          <p:nvPr/>
        </p:nvSpPr>
        <p:spPr>
          <a:xfrm>
            <a:off x="6741604" y="5872475"/>
            <a:ext cx="1168012" cy="215444"/>
          </a:xfrm>
          <a:prstGeom prst="rect">
            <a:avLst/>
          </a:prstGeom>
          <a:noFill/>
        </p:spPr>
        <p:txBody>
          <a:bodyPr wrap="none" lIns="0" tIns="0" rIns="0" bIns="0" rtlCol="0" anchor="t">
            <a:spAutoFit/>
          </a:bodyPr>
          <a:lstStyle/>
          <a:p>
            <a:pPr>
              <a:lnSpc>
                <a:spcPct val="100000"/>
              </a:lnSpc>
              <a:buSzPct val="100000"/>
            </a:pPr>
            <a:r>
              <a:rPr lang="en-US" sz="1400" b="1">
                <a:solidFill>
                  <a:srgbClr val="262626"/>
                </a:solidFill>
                <a:cs typeface="Helvetica"/>
              </a:rPr>
              <a:t>Q1 2025 YoY3</a:t>
            </a:r>
            <a:endParaRPr lang="en-US" sz="1400" b="1" baseline="30000">
              <a:solidFill>
                <a:srgbClr val="262626"/>
              </a:solidFill>
              <a:cs typeface="Helvetica" panose="020B0604020202020204" pitchFamily="34" charset="0"/>
            </a:endParaRPr>
          </a:p>
        </p:txBody>
      </p:sp>
      <p:grpSp>
        <p:nvGrpSpPr>
          <p:cNvPr id="26" name="Group 25">
            <a:extLst>
              <a:ext uri="{FF2B5EF4-FFF2-40B4-BE49-F238E27FC236}">
                <a16:creationId xmlns:a16="http://schemas.microsoft.com/office/drawing/2014/main" id="{96DF49FF-C6C7-F61D-CA3B-B759091DA1D1}"/>
              </a:ext>
            </a:extLst>
          </p:cNvPr>
          <p:cNvGrpSpPr/>
          <p:nvPr/>
        </p:nvGrpSpPr>
        <p:grpSpPr>
          <a:xfrm>
            <a:off x="4145176" y="2742701"/>
            <a:ext cx="7678523" cy="1798722"/>
            <a:chOff x="4145176" y="2658031"/>
            <a:chExt cx="4419789" cy="1798722"/>
          </a:xfrm>
        </p:grpSpPr>
        <p:cxnSp>
          <p:nvCxnSpPr>
            <p:cNvPr id="23" name="Straight Connector 22">
              <a:extLst>
                <a:ext uri="{FF2B5EF4-FFF2-40B4-BE49-F238E27FC236}">
                  <a16:creationId xmlns:a16="http://schemas.microsoft.com/office/drawing/2014/main" id="{7439D1CC-3C6B-1BE4-27CD-91912E85A6BA}"/>
                </a:ext>
              </a:extLst>
            </p:cNvPr>
            <p:cNvCxnSpPr/>
            <p:nvPr/>
          </p:nvCxnSpPr>
          <p:spPr>
            <a:xfrm>
              <a:off x="4145176" y="2658031"/>
              <a:ext cx="4419789" cy="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B4CE158-799A-706D-4B39-EFAC91CEB50D}"/>
                </a:ext>
              </a:extLst>
            </p:cNvPr>
            <p:cNvCxnSpPr/>
            <p:nvPr/>
          </p:nvCxnSpPr>
          <p:spPr>
            <a:xfrm>
              <a:off x="4145176" y="4456753"/>
              <a:ext cx="4419789" cy="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837451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085D7-9817-2E9E-25E8-511F30C7110E}"/>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CA237A60-050C-C777-DDF7-01D0DF8A920A}"/>
              </a:ext>
            </a:extLst>
          </p:cNvPr>
          <p:cNvSpPr/>
          <p:nvPr/>
        </p:nvSpPr>
        <p:spPr>
          <a:xfrm>
            <a:off x="379224" y="1406525"/>
            <a:ext cx="11433552" cy="1965326"/>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aphicFrame>
        <p:nvGraphicFramePr>
          <p:cNvPr id="4" name="think-cell data - do not delete" hidden="1">
            <a:extLst>
              <a:ext uri="{FF2B5EF4-FFF2-40B4-BE49-F238E27FC236}">
                <a16:creationId xmlns:a16="http://schemas.microsoft.com/office/drawing/2014/main" id="{AD49304C-E72D-4FDB-A7B4-5EBA432C96B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71" imgH="371" progId="TCLayout.ActiveDocument.1">
                  <p:embed/>
                </p:oleObj>
              </mc:Choice>
              <mc:Fallback>
                <p:oleObj name="think-cell Slide" r:id="rId4" imgW="371" imgH="371" progId="TCLayout.ActiveDocument.1">
                  <p:embed/>
                  <p:pic>
                    <p:nvPicPr>
                      <p:cNvPr id="4" name="think-cell data - do not delete" hidden="1">
                        <a:extLst>
                          <a:ext uri="{FF2B5EF4-FFF2-40B4-BE49-F238E27FC236}">
                            <a16:creationId xmlns:a16="http://schemas.microsoft.com/office/drawing/2014/main" id="{AD49304C-E72D-4FDB-A7B4-5EBA432C96B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4C177A2D-8BAD-456D-852C-88D20F505D2A}"/>
              </a:ext>
            </a:extLst>
          </p:cNvPr>
          <p:cNvSpPr txBox="1"/>
          <p:nvPr/>
        </p:nvSpPr>
        <p:spPr>
          <a:xfrm>
            <a:off x="7399834" y="1534015"/>
            <a:ext cx="4281062" cy="723275"/>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spcAft>
                <a:spcPts val="600"/>
              </a:spcAft>
            </a:pPr>
            <a:r>
              <a:rPr lang="en-US" sz="1400" b="1">
                <a:solidFill>
                  <a:schemeClr val="tx2"/>
                </a:solidFill>
                <a:cs typeface="Helvetica"/>
              </a:rPr>
              <a:t>Fully AI autonomous</a:t>
            </a:r>
            <a:endParaRPr lang="en-US" sz="1400" b="1">
              <a:solidFill>
                <a:schemeClr val="tx2"/>
              </a:solidFill>
              <a:cs typeface="Helvetica" panose="020B0604020202020204" pitchFamily="34" charset="0"/>
            </a:endParaRPr>
          </a:p>
          <a:p>
            <a:pPr algn="r">
              <a:spcAft>
                <a:spcPts val="600"/>
              </a:spcAft>
            </a:pPr>
            <a:r>
              <a:rPr lang="en-US" sz="1400">
                <a:solidFill>
                  <a:schemeClr val="tx2"/>
                </a:solidFill>
                <a:cs typeface="Helvetica"/>
              </a:rPr>
              <a:t>Unconstrained reimagination with rapid transformation of enterprise systems</a:t>
            </a:r>
            <a:endParaRPr lang="en-US" sz="1400" b="1">
              <a:solidFill>
                <a:schemeClr val="tx2"/>
              </a:solidFill>
              <a:cs typeface="Helvetica" panose="020B0604020202020204" pitchFamily="34" charset="0"/>
            </a:endParaRPr>
          </a:p>
        </p:txBody>
      </p:sp>
      <p:sp>
        <p:nvSpPr>
          <p:cNvPr id="11" name="TextBox 10">
            <a:extLst>
              <a:ext uri="{FF2B5EF4-FFF2-40B4-BE49-F238E27FC236}">
                <a16:creationId xmlns:a16="http://schemas.microsoft.com/office/drawing/2014/main" id="{2BCF7630-3C4B-617E-9415-CBE80C8FAD48}"/>
              </a:ext>
            </a:extLst>
          </p:cNvPr>
          <p:cNvSpPr txBox="1"/>
          <p:nvPr/>
        </p:nvSpPr>
        <p:spPr>
          <a:xfrm>
            <a:off x="501942" y="1534015"/>
            <a:ext cx="4281062" cy="723275"/>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600"/>
              </a:spcAft>
              <a:buSzPct val="100000"/>
            </a:pPr>
            <a:r>
              <a:rPr lang="en-US" sz="1400" b="1">
                <a:solidFill>
                  <a:schemeClr val="tx2"/>
                </a:solidFill>
                <a:cs typeface="Helvetica"/>
              </a:rPr>
              <a:t>Traditional AI transformation</a:t>
            </a:r>
            <a:endParaRPr lang="en-US" sz="1400" b="1">
              <a:solidFill>
                <a:schemeClr val="tx2"/>
              </a:solidFill>
              <a:cs typeface="Helvetica" panose="020B0604020202020204" pitchFamily="34" charset="0"/>
            </a:endParaRPr>
          </a:p>
          <a:p>
            <a:pPr>
              <a:spcAft>
                <a:spcPts val="600"/>
              </a:spcAft>
              <a:buSzPct val="100000"/>
            </a:pPr>
            <a:r>
              <a:rPr lang="en-US" sz="1400">
                <a:solidFill>
                  <a:schemeClr val="tx2"/>
                </a:solidFill>
                <a:cs typeface="Helvetica"/>
              </a:rPr>
              <a:t>Traditional</a:t>
            </a:r>
            <a:r>
              <a:rPr lang="en-US" sz="1400">
                <a:solidFill>
                  <a:schemeClr val="tx2"/>
                </a:solidFill>
                <a:ea typeface="+mn-lt"/>
                <a:cs typeface="Helvetica"/>
              </a:rPr>
              <a:t> workflows with minor AI-assisted enhancements</a:t>
            </a:r>
          </a:p>
        </p:txBody>
      </p:sp>
      <p:cxnSp>
        <p:nvCxnSpPr>
          <p:cNvPr id="18" name="Straight Arrow Connector 17">
            <a:extLst>
              <a:ext uri="{FF2B5EF4-FFF2-40B4-BE49-F238E27FC236}">
                <a16:creationId xmlns:a16="http://schemas.microsoft.com/office/drawing/2014/main" id="{D3FDF659-3C9B-19CF-85D6-4DE8517DCFA2}"/>
              </a:ext>
            </a:extLst>
          </p:cNvPr>
          <p:cNvCxnSpPr>
            <a:cxnSpLocks/>
          </p:cNvCxnSpPr>
          <p:nvPr/>
        </p:nvCxnSpPr>
        <p:spPr>
          <a:xfrm flipH="1" flipV="1">
            <a:off x="518160" y="2570165"/>
            <a:ext cx="11155680" cy="43008"/>
          </a:xfrm>
          <a:prstGeom prst="straightConnector1">
            <a:avLst/>
          </a:prstGeom>
          <a:ln w="19050">
            <a:solidFill>
              <a:schemeClr val="accent6"/>
            </a:solidFill>
            <a:tailEnd type="triangle"/>
          </a:ln>
        </p:spPr>
        <p:style>
          <a:lnRef idx="3">
            <a:schemeClr val="accent1"/>
          </a:lnRef>
          <a:fillRef idx="0">
            <a:schemeClr val="accent1"/>
          </a:fillRef>
          <a:effectRef idx="2">
            <a:schemeClr val="accent1"/>
          </a:effectRef>
          <a:fontRef idx="minor">
            <a:schemeClr val="tx1"/>
          </a:fontRef>
        </p:style>
      </p:cxnSp>
      <p:sp>
        <p:nvSpPr>
          <p:cNvPr id="21" name="TextBox 20">
            <a:extLst>
              <a:ext uri="{FF2B5EF4-FFF2-40B4-BE49-F238E27FC236}">
                <a16:creationId xmlns:a16="http://schemas.microsoft.com/office/drawing/2014/main" id="{DF1E7D4D-5C98-0CDF-8387-09F7433ADBAB}"/>
              </a:ext>
            </a:extLst>
          </p:cNvPr>
          <p:cNvSpPr txBox="1"/>
          <p:nvPr/>
        </p:nvSpPr>
        <p:spPr>
          <a:xfrm>
            <a:off x="501942" y="2789120"/>
            <a:ext cx="615553" cy="215444"/>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l">
              <a:lnSpc>
                <a:spcPct val="100000"/>
              </a:lnSpc>
              <a:spcAft>
                <a:spcPts val="600"/>
              </a:spcAft>
              <a:buSzPct val="100000"/>
            </a:pPr>
            <a:r>
              <a:rPr lang="en-US" sz="1400" b="1">
                <a:solidFill>
                  <a:schemeClr val="tx2"/>
                </a:solidFill>
                <a:cs typeface="Helvetica" panose="020B0604020202020204" pitchFamily="34" charset="0"/>
              </a:rPr>
              <a:t>Legacy</a:t>
            </a:r>
          </a:p>
        </p:txBody>
      </p:sp>
      <p:sp>
        <p:nvSpPr>
          <p:cNvPr id="22" name="TextBox 21">
            <a:extLst>
              <a:ext uri="{FF2B5EF4-FFF2-40B4-BE49-F238E27FC236}">
                <a16:creationId xmlns:a16="http://schemas.microsoft.com/office/drawing/2014/main" id="{312EC7A9-4A27-4A9D-D109-48825B4E3472}"/>
              </a:ext>
            </a:extLst>
          </p:cNvPr>
          <p:cNvSpPr txBox="1"/>
          <p:nvPr/>
        </p:nvSpPr>
        <p:spPr>
          <a:xfrm>
            <a:off x="10936805" y="2789120"/>
            <a:ext cx="755015" cy="215444"/>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l">
              <a:lnSpc>
                <a:spcPct val="100000"/>
              </a:lnSpc>
              <a:spcAft>
                <a:spcPts val="600"/>
              </a:spcAft>
            </a:pPr>
            <a:r>
              <a:rPr lang="en-US" sz="1400" b="1">
                <a:solidFill>
                  <a:schemeClr val="tx2"/>
                </a:solidFill>
                <a:cs typeface="Helvetica"/>
              </a:rPr>
              <a:t>AI-native</a:t>
            </a:r>
            <a:endParaRPr lang="en-US" sz="1400" b="1">
              <a:solidFill>
                <a:schemeClr val="tx2"/>
              </a:solidFill>
              <a:cs typeface="Helvetica" panose="020B0604020202020204" pitchFamily="34" charset="0"/>
            </a:endParaRPr>
          </a:p>
        </p:txBody>
      </p:sp>
      <p:sp>
        <p:nvSpPr>
          <p:cNvPr id="13" name="Star: 5 Points 12">
            <a:extLst>
              <a:ext uri="{FF2B5EF4-FFF2-40B4-BE49-F238E27FC236}">
                <a16:creationId xmlns:a16="http://schemas.microsoft.com/office/drawing/2014/main" id="{45B73B2D-2CE1-8C4F-6D38-392BA0877409}"/>
              </a:ext>
            </a:extLst>
          </p:cNvPr>
          <p:cNvSpPr/>
          <p:nvPr/>
        </p:nvSpPr>
        <p:spPr>
          <a:xfrm>
            <a:off x="5734845" y="2408789"/>
            <a:ext cx="365760" cy="365760"/>
          </a:xfrm>
          <a:prstGeom prst="star5">
            <a:avLst/>
          </a:prstGeom>
          <a:solidFill>
            <a:schemeClr val="tx1">
              <a:lumMod val="75000"/>
              <a:lumOff val="25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400">
              <a:solidFill>
                <a:schemeClr val="tx2"/>
              </a:solidFill>
              <a:cs typeface="Helvetica" panose="020B0604020202020204" pitchFamily="34" charset="0"/>
            </a:endParaRPr>
          </a:p>
        </p:txBody>
      </p:sp>
      <p:sp>
        <p:nvSpPr>
          <p:cNvPr id="14" name="TextBox 13">
            <a:extLst>
              <a:ext uri="{FF2B5EF4-FFF2-40B4-BE49-F238E27FC236}">
                <a16:creationId xmlns:a16="http://schemas.microsoft.com/office/drawing/2014/main" id="{C7B56CFC-FE4B-C7E8-D985-A55B36CCA605}"/>
              </a:ext>
            </a:extLst>
          </p:cNvPr>
          <p:cNvSpPr txBox="1"/>
          <p:nvPr/>
        </p:nvSpPr>
        <p:spPr>
          <a:xfrm>
            <a:off x="3272023" y="3061685"/>
            <a:ext cx="5278677" cy="215444"/>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ctr">
              <a:spcAft>
                <a:spcPts val="600"/>
              </a:spcAft>
              <a:buSzPct val="100000"/>
            </a:pPr>
            <a:r>
              <a:rPr lang="en-US" sz="1400" b="1">
                <a:solidFill>
                  <a:schemeClr val="tx2"/>
                </a:solidFill>
                <a:cs typeface="Helvetica"/>
              </a:rPr>
              <a:t>Leaders will be those who embrace a bold vision of the future</a:t>
            </a:r>
          </a:p>
        </p:txBody>
      </p:sp>
      <p:sp>
        <p:nvSpPr>
          <p:cNvPr id="15" name="Oval 14">
            <a:extLst>
              <a:ext uri="{FF2B5EF4-FFF2-40B4-BE49-F238E27FC236}">
                <a16:creationId xmlns:a16="http://schemas.microsoft.com/office/drawing/2014/main" id="{EA7D119C-DDCE-E187-1231-3ACDE405CE6D}"/>
              </a:ext>
            </a:extLst>
          </p:cNvPr>
          <p:cNvSpPr/>
          <p:nvPr/>
        </p:nvSpPr>
        <p:spPr>
          <a:xfrm>
            <a:off x="11508940" y="2500229"/>
            <a:ext cx="182880" cy="182880"/>
          </a:xfrm>
          <a:prstGeom prst="ellipse">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400">
              <a:solidFill>
                <a:schemeClr val="tx2"/>
              </a:solidFill>
              <a:cs typeface="Helvetica" panose="020B0604020202020204" pitchFamily="34" charset="0"/>
            </a:endParaRPr>
          </a:p>
        </p:txBody>
      </p:sp>
      <p:sp>
        <p:nvSpPr>
          <p:cNvPr id="16" name="Oval 15">
            <a:extLst>
              <a:ext uri="{FF2B5EF4-FFF2-40B4-BE49-F238E27FC236}">
                <a16:creationId xmlns:a16="http://schemas.microsoft.com/office/drawing/2014/main" id="{5B714F57-9D9E-584F-E540-F03D55472617}"/>
              </a:ext>
            </a:extLst>
          </p:cNvPr>
          <p:cNvSpPr/>
          <p:nvPr/>
        </p:nvSpPr>
        <p:spPr>
          <a:xfrm>
            <a:off x="501942" y="2500229"/>
            <a:ext cx="182880" cy="182880"/>
          </a:xfrm>
          <a:prstGeom prst="ellipse">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400">
              <a:solidFill>
                <a:schemeClr val="tx2"/>
              </a:solidFill>
              <a:cs typeface="Helvetica" panose="020B0604020202020204" pitchFamily="34" charset="0"/>
            </a:endParaRPr>
          </a:p>
        </p:txBody>
      </p:sp>
      <p:sp>
        <p:nvSpPr>
          <p:cNvPr id="10" name="Arrow: Chevron 9">
            <a:extLst>
              <a:ext uri="{FF2B5EF4-FFF2-40B4-BE49-F238E27FC236}">
                <a16:creationId xmlns:a16="http://schemas.microsoft.com/office/drawing/2014/main" id="{4CBDFF4D-01F7-F4DD-E134-D7FF7B76F5C3}"/>
              </a:ext>
            </a:extLst>
          </p:cNvPr>
          <p:cNvSpPr/>
          <p:nvPr/>
        </p:nvSpPr>
        <p:spPr>
          <a:xfrm>
            <a:off x="2270882" y="2454509"/>
            <a:ext cx="442868" cy="274320"/>
          </a:xfrm>
          <a:prstGeom prst="chevron">
            <a:avLst/>
          </a:prstGeom>
          <a:solidFill>
            <a:schemeClr val="accent3"/>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400">
              <a:solidFill>
                <a:schemeClr val="tx2"/>
              </a:solidFill>
              <a:cs typeface="Helvetica" panose="020B0604020202020204" pitchFamily="34" charset="0"/>
            </a:endParaRPr>
          </a:p>
        </p:txBody>
      </p:sp>
      <p:sp>
        <p:nvSpPr>
          <p:cNvPr id="12" name="Arrow: Chevron 11">
            <a:extLst>
              <a:ext uri="{FF2B5EF4-FFF2-40B4-BE49-F238E27FC236}">
                <a16:creationId xmlns:a16="http://schemas.microsoft.com/office/drawing/2014/main" id="{0F50B489-68C3-C1B8-7078-95BDC1330523}"/>
              </a:ext>
            </a:extLst>
          </p:cNvPr>
          <p:cNvSpPr/>
          <p:nvPr/>
        </p:nvSpPr>
        <p:spPr>
          <a:xfrm>
            <a:off x="2779360" y="2454509"/>
            <a:ext cx="442868" cy="274320"/>
          </a:xfrm>
          <a:prstGeom prst="chevron">
            <a:avLst/>
          </a:prstGeom>
          <a:solidFill>
            <a:schemeClr val="accent3"/>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400">
              <a:solidFill>
                <a:schemeClr val="tx2"/>
              </a:solidFill>
              <a:cs typeface="Helvetica" panose="020B0604020202020204" pitchFamily="34" charset="0"/>
            </a:endParaRPr>
          </a:p>
        </p:txBody>
      </p:sp>
      <p:sp>
        <p:nvSpPr>
          <p:cNvPr id="25" name="TextBox 24">
            <a:extLst>
              <a:ext uri="{FF2B5EF4-FFF2-40B4-BE49-F238E27FC236}">
                <a16:creationId xmlns:a16="http://schemas.microsoft.com/office/drawing/2014/main" id="{B6211B76-5BF9-1429-9A62-3F752C670176}"/>
              </a:ext>
            </a:extLst>
          </p:cNvPr>
          <p:cNvSpPr txBox="1"/>
          <p:nvPr/>
        </p:nvSpPr>
        <p:spPr>
          <a:xfrm>
            <a:off x="370062" y="3720368"/>
            <a:ext cx="2852166" cy="215444"/>
          </a:xfrm>
          <a:prstGeom prst="rect">
            <a:avLst/>
          </a:prstGeom>
          <a:noFill/>
        </p:spPr>
        <p:txBody>
          <a:bodyPr wrap="square" lIns="0" tIns="0" rIns="0" bIns="0" anchor="t">
            <a:spAutoFit/>
          </a:bodyPr>
          <a:lstStyle/>
          <a:p>
            <a:pPr>
              <a:spcAft>
                <a:spcPts val="600"/>
              </a:spcAft>
            </a:pPr>
            <a:r>
              <a:rPr lang="en-US" sz="1400" b="1">
                <a:solidFill>
                  <a:sysClr val="windowText" lastClr="000000"/>
                </a:solidFill>
                <a:cs typeface="Helvetica" panose="020B0604020202020204" pitchFamily="34" charset="0"/>
              </a:rPr>
              <a:t>The vision of reimagination:</a:t>
            </a:r>
            <a:endParaRPr lang="en-US" sz="1400">
              <a:solidFill>
                <a:sysClr val="windowText" lastClr="000000"/>
              </a:solidFill>
              <a:cs typeface="Helvetica" panose="020B0604020202020204" pitchFamily="34" charset="0"/>
            </a:endParaRPr>
          </a:p>
        </p:txBody>
      </p:sp>
      <p:sp>
        <p:nvSpPr>
          <p:cNvPr id="2" name="Title 1">
            <a:extLst>
              <a:ext uri="{FF2B5EF4-FFF2-40B4-BE49-F238E27FC236}">
                <a16:creationId xmlns:a16="http://schemas.microsoft.com/office/drawing/2014/main" id="{4CB6CC4C-FB3B-6AD3-49E8-4E17A50A3AA0}"/>
              </a:ext>
            </a:extLst>
          </p:cNvPr>
          <p:cNvSpPr>
            <a:spLocks noGrp="1"/>
          </p:cNvSpPr>
          <p:nvPr>
            <p:ph type="title"/>
          </p:nvPr>
        </p:nvSpPr>
        <p:spPr>
          <a:xfrm>
            <a:off x="370062" y="337407"/>
            <a:ext cx="11453638" cy="775597"/>
          </a:xfrm>
        </p:spPr>
        <p:txBody>
          <a:bodyPr/>
          <a:lstStyle/>
          <a:p>
            <a:r>
              <a:rPr lang="en-US"/>
              <a:t>Native AI companies are leading the way - demonstrating what is possible</a:t>
            </a:r>
          </a:p>
        </p:txBody>
      </p:sp>
      <p:sp>
        <p:nvSpPr>
          <p:cNvPr id="8" name="TextBox 7">
            <a:extLst>
              <a:ext uri="{FF2B5EF4-FFF2-40B4-BE49-F238E27FC236}">
                <a16:creationId xmlns:a16="http://schemas.microsoft.com/office/drawing/2014/main" id="{4AF4966D-E5D3-680D-4610-F4F3A5ABE61E}"/>
              </a:ext>
            </a:extLst>
          </p:cNvPr>
          <p:cNvSpPr txBox="1"/>
          <p:nvPr/>
        </p:nvSpPr>
        <p:spPr>
          <a:xfrm>
            <a:off x="370062" y="5162310"/>
            <a:ext cx="2592803" cy="93871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600"/>
              </a:spcAft>
            </a:pPr>
            <a:r>
              <a:rPr lang="en-US" sz="1400" b="1">
                <a:cs typeface="Helvetica"/>
              </a:rPr>
              <a:t>Unconstrained thinking</a:t>
            </a:r>
          </a:p>
          <a:p>
            <a:pPr>
              <a:spcAft>
                <a:spcPts val="600"/>
              </a:spcAft>
            </a:pPr>
            <a:r>
              <a:rPr lang="en-US" sz="1400">
                <a:ea typeface="+mn-lt"/>
                <a:cs typeface="Helvetica"/>
              </a:rPr>
              <a:t>Challenge old assumptions and redefine your ceiling to uncover new possibilities</a:t>
            </a:r>
            <a:endParaRPr lang="en-US" sz="1400">
              <a:ea typeface="+mn-lt"/>
              <a:cs typeface="Helvetica" panose="020B0604020202020204" pitchFamily="34" charset="0"/>
            </a:endParaRPr>
          </a:p>
        </p:txBody>
      </p:sp>
      <p:sp>
        <p:nvSpPr>
          <p:cNvPr id="23" name="TextBox 22">
            <a:extLst>
              <a:ext uri="{FF2B5EF4-FFF2-40B4-BE49-F238E27FC236}">
                <a16:creationId xmlns:a16="http://schemas.microsoft.com/office/drawing/2014/main" id="{07254FE2-703D-840E-4982-622923764B63}"/>
              </a:ext>
            </a:extLst>
          </p:cNvPr>
          <p:cNvSpPr txBox="1"/>
          <p:nvPr/>
        </p:nvSpPr>
        <p:spPr>
          <a:xfrm>
            <a:off x="9048016" y="5162310"/>
            <a:ext cx="2592803" cy="1154162"/>
          </a:xfrm>
          <a:prstGeom prst="rect">
            <a:avLst/>
          </a:prstGeom>
          <a:noFill/>
        </p:spPr>
        <p:txBody>
          <a:bodyPr wrap="square" lIns="0" tIns="0" rIns="0" bIns="0">
            <a:spAutoFit/>
          </a:bodyPr>
          <a:lstStyle/>
          <a:p>
            <a:pPr>
              <a:spcAft>
                <a:spcPts val="600"/>
              </a:spcAft>
            </a:pPr>
            <a:r>
              <a:rPr lang="en-US" sz="1400" b="1">
                <a:ea typeface="+mn-lt"/>
                <a:cs typeface="Helvetica"/>
              </a:rPr>
              <a:t>Foster a workplace evolution</a:t>
            </a:r>
            <a:endParaRPr lang="en-US" sz="1400">
              <a:ea typeface="+mn-lt"/>
              <a:cs typeface="Helvetica"/>
            </a:endParaRPr>
          </a:p>
          <a:p>
            <a:pPr>
              <a:spcAft>
                <a:spcPts val="600"/>
              </a:spcAft>
            </a:pPr>
            <a:r>
              <a:rPr lang="en-US" sz="1400">
                <a:ea typeface="+mn-lt"/>
                <a:cs typeface="Helvetica"/>
              </a:rPr>
              <a:t>Cultivate AI fluency and implement new skills, roles and jobs for workers, as well as leaders</a:t>
            </a:r>
            <a:endParaRPr lang="en-US" sz="1400">
              <a:ea typeface="+mn-lt"/>
              <a:cs typeface="Helvetica" panose="020B0604020202020204" pitchFamily="34" charset="0"/>
            </a:endParaRPr>
          </a:p>
        </p:txBody>
      </p:sp>
      <p:sp>
        <p:nvSpPr>
          <p:cNvPr id="26" name="TextBox 25">
            <a:extLst>
              <a:ext uri="{FF2B5EF4-FFF2-40B4-BE49-F238E27FC236}">
                <a16:creationId xmlns:a16="http://schemas.microsoft.com/office/drawing/2014/main" id="{C4BA7A4C-CF88-95A7-1127-CBF6B84C5F3A}"/>
              </a:ext>
            </a:extLst>
          </p:cNvPr>
          <p:cNvSpPr txBox="1"/>
          <p:nvPr/>
        </p:nvSpPr>
        <p:spPr>
          <a:xfrm>
            <a:off x="3262714" y="5162310"/>
            <a:ext cx="2592803" cy="1154162"/>
          </a:xfrm>
          <a:prstGeom prst="rect">
            <a:avLst/>
          </a:prstGeom>
          <a:noFill/>
        </p:spPr>
        <p:txBody>
          <a:bodyPr wrap="square" lIns="0" tIns="0" rIns="0" bIns="0">
            <a:spAutoFit/>
          </a:bodyPr>
          <a:lstStyle/>
          <a:p>
            <a:pPr>
              <a:spcAft>
                <a:spcPts val="600"/>
              </a:spcAft>
            </a:pPr>
            <a:r>
              <a:rPr lang="en-US" sz="1400" b="1">
                <a:ea typeface="+mn-lt"/>
                <a:cs typeface="Helvetica"/>
              </a:rPr>
              <a:t>E2E process re-imagination</a:t>
            </a:r>
            <a:endParaRPr lang="en-US" sz="1400">
              <a:ea typeface="+mn-lt"/>
              <a:cs typeface="Helvetica"/>
            </a:endParaRPr>
          </a:p>
          <a:p>
            <a:pPr>
              <a:spcAft>
                <a:spcPts val="600"/>
              </a:spcAft>
            </a:pPr>
            <a:r>
              <a:rPr lang="en-US" sz="1400">
                <a:ea typeface="+mn-lt"/>
                <a:cs typeface="Helvetica"/>
              </a:rPr>
              <a:t>Fundamentally transform how work is performed through integrating AI agents into core processes</a:t>
            </a:r>
          </a:p>
        </p:txBody>
      </p:sp>
      <p:sp>
        <p:nvSpPr>
          <p:cNvPr id="28" name="TextBox 27">
            <a:extLst>
              <a:ext uri="{FF2B5EF4-FFF2-40B4-BE49-F238E27FC236}">
                <a16:creationId xmlns:a16="http://schemas.microsoft.com/office/drawing/2014/main" id="{56F460F1-29A1-6981-7BF4-F8F29FD7046B}"/>
              </a:ext>
            </a:extLst>
          </p:cNvPr>
          <p:cNvSpPr txBox="1"/>
          <p:nvPr/>
        </p:nvSpPr>
        <p:spPr>
          <a:xfrm>
            <a:off x="6155366" y="5162310"/>
            <a:ext cx="2592803" cy="1154162"/>
          </a:xfrm>
          <a:prstGeom prst="rect">
            <a:avLst/>
          </a:prstGeom>
          <a:noFill/>
        </p:spPr>
        <p:txBody>
          <a:bodyPr wrap="square" lIns="0" tIns="0" rIns="0" bIns="0">
            <a:spAutoFit/>
          </a:bodyPr>
          <a:lstStyle/>
          <a:p>
            <a:pPr>
              <a:spcAft>
                <a:spcPts val="600"/>
              </a:spcAft>
            </a:pPr>
            <a:r>
              <a:rPr lang="en-US" sz="1400" b="1">
                <a:ea typeface="+mn-lt"/>
                <a:cs typeface="Helvetica"/>
              </a:rPr>
              <a:t>Operating model redesign</a:t>
            </a:r>
          </a:p>
          <a:p>
            <a:pPr>
              <a:spcAft>
                <a:spcPts val="600"/>
              </a:spcAft>
            </a:pPr>
            <a:r>
              <a:rPr lang="en-US" sz="1400">
                <a:ea typeface="+mn-lt"/>
                <a:cs typeface="Helvetica"/>
              </a:rPr>
              <a:t>Align your organizational structures and delivery models to fully leverage GenAI capabilities</a:t>
            </a:r>
          </a:p>
        </p:txBody>
      </p:sp>
      <p:pic>
        <p:nvPicPr>
          <p:cNvPr id="30" name="Graphic 29">
            <a:extLst>
              <a:ext uri="{FF2B5EF4-FFF2-40B4-BE49-F238E27FC236}">
                <a16:creationId xmlns:a16="http://schemas.microsoft.com/office/drawing/2014/main" id="{722AB945-8AAF-6633-4706-B40C9AD6D71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0638" y="4107493"/>
            <a:ext cx="914400" cy="914400"/>
          </a:xfrm>
          <a:prstGeom prst="rect">
            <a:avLst/>
          </a:prstGeom>
        </p:spPr>
      </p:pic>
      <p:pic>
        <p:nvPicPr>
          <p:cNvPr id="31" name="Graphic 30">
            <a:extLst>
              <a:ext uri="{FF2B5EF4-FFF2-40B4-BE49-F238E27FC236}">
                <a16:creationId xmlns:a16="http://schemas.microsoft.com/office/drawing/2014/main" id="{2E8ECBB8-4349-990E-0587-4C87E06067A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32397" y="4126767"/>
            <a:ext cx="914400" cy="914400"/>
          </a:xfrm>
          <a:prstGeom prst="rect">
            <a:avLst/>
          </a:prstGeom>
        </p:spPr>
      </p:pic>
      <p:pic>
        <p:nvPicPr>
          <p:cNvPr id="32" name="Graphic 31">
            <a:extLst>
              <a:ext uri="{FF2B5EF4-FFF2-40B4-BE49-F238E27FC236}">
                <a16:creationId xmlns:a16="http://schemas.microsoft.com/office/drawing/2014/main" id="{F0F29DCE-417A-3175-20C9-1B6F1D88666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92825" y="4110347"/>
            <a:ext cx="914400" cy="914400"/>
          </a:xfrm>
          <a:prstGeom prst="rect">
            <a:avLst/>
          </a:prstGeom>
        </p:spPr>
      </p:pic>
      <p:pic>
        <p:nvPicPr>
          <p:cNvPr id="33" name="Graphic 32">
            <a:extLst>
              <a:ext uri="{FF2B5EF4-FFF2-40B4-BE49-F238E27FC236}">
                <a16:creationId xmlns:a16="http://schemas.microsoft.com/office/drawing/2014/main" id="{CD7CF2D4-39C2-897A-EACC-073E84836BE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996484" y="4062017"/>
            <a:ext cx="914400" cy="914400"/>
          </a:xfrm>
          <a:prstGeom prst="rect">
            <a:avLst/>
          </a:prstGeom>
        </p:spPr>
      </p:pic>
    </p:spTree>
    <p:extLst>
      <p:ext uri="{BB962C8B-B14F-4D97-AF65-F5344CB8AC3E}">
        <p14:creationId xmlns:p14="http://schemas.microsoft.com/office/powerpoint/2010/main" val="751672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ubtitle 33">
            <a:extLst>
              <a:ext uri="{FF2B5EF4-FFF2-40B4-BE49-F238E27FC236}">
                <a16:creationId xmlns:a16="http://schemas.microsoft.com/office/drawing/2014/main" id="{4E393FEE-21BE-1B2B-7CF5-312A0D97F048}"/>
              </a:ext>
            </a:extLst>
          </p:cNvPr>
          <p:cNvSpPr>
            <a:spLocks noGrp="1"/>
          </p:cNvSpPr>
          <p:nvPr>
            <p:ph type="body" sz="quarter" idx="4294967295"/>
          </p:nvPr>
        </p:nvSpPr>
        <p:spPr>
          <a:xfrm>
            <a:off x="370062" y="1351173"/>
            <a:ext cx="11453812" cy="246221"/>
          </a:xfrm>
        </p:spPr>
        <p:txBody>
          <a:bodyPr vert="horz" lIns="0" tIns="0" rIns="0" bIns="0" rtlCol="0" anchor="t">
            <a:spAutoFit/>
          </a:bodyPr>
          <a:lstStyle/>
          <a:p>
            <a:r>
              <a:rPr lang="en-US" sz="1600"/>
              <a:t>Balancing human oversight with machine-scale execution for incremental impact</a:t>
            </a:r>
          </a:p>
        </p:txBody>
      </p:sp>
      <p:sp>
        <p:nvSpPr>
          <p:cNvPr id="7" name="Title 6">
            <a:extLst>
              <a:ext uri="{FF2B5EF4-FFF2-40B4-BE49-F238E27FC236}">
                <a16:creationId xmlns:a16="http://schemas.microsoft.com/office/drawing/2014/main" id="{3DA0A789-5EA4-AC5C-1983-B00343D954BC}"/>
              </a:ext>
            </a:extLst>
          </p:cNvPr>
          <p:cNvSpPr>
            <a:spLocks noGrp="1"/>
          </p:cNvSpPr>
          <p:nvPr>
            <p:ph type="title"/>
          </p:nvPr>
        </p:nvSpPr>
        <p:spPr>
          <a:xfrm>
            <a:off x="370062" y="337407"/>
            <a:ext cx="11453638" cy="387798"/>
          </a:xfrm>
        </p:spPr>
        <p:txBody>
          <a:bodyPr/>
          <a:lstStyle/>
          <a:p>
            <a:r>
              <a:rPr lang="en-US"/>
              <a:t>Guiding Clients Towards the value generating ‘Agentic Enabled Zone’ in Financial Services</a:t>
            </a:r>
          </a:p>
        </p:txBody>
      </p:sp>
      <p:sp>
        <p:nvSpPr>
          <p:cNvPr id="8" name="Rectangle 7">
            <a:extLst>
              <a:ext uri="{FF2B5EF4-FFF2-40B4-BE49-F238E27FC236}">
                <a16:creationId xmlns:a16="http://schemas.microsoft.com/office/drawing/2014/main" id="{0DA8BBC9-D1E3-E584-7308-BDEAED74448D}"/>
              </a:ext>
            </a:extLst>
          </p:cNvPr>
          <p:cNvSpPr/>
          <p:nvPr/>
        </p:nvSpPr>
        <p:spPr>
          <a:xfrm>
            <a:off x="8074024" y="1924049"/>
            <a:ext cx="3749675" cy="926030"/>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lIns="1005840" rtlCol="0" anchor="ctr"/>
          <a:lstStyle/>
          <a:p>
            <a:pPr>
              <a:spcAft>
                <a:spcPts val="200"/>
              </a:spcAft>
            </a:pPr>
            <a:r>
              <a:rPr lang="en-US" sz="1200" b="1">
                <a:solidFill>
                  <a:schemeClr val="tx1"/>
                </a:solidFill>
              </a:rPr>
              <a:t>AI Reasoning Examples: </a:t>
            </a:r>
          </a:p>
          <a:p>
            <a:pPr marL="171450" indent="-171450">
              <a:spcAft>
                <a:spcPts val="200"/>
              </a:spcAft>
              <a:buFont typeface="Arial" panose="020B0604020202020204" pitchFamily="34" charset="0"/>
              <a:buChar char="•"/>
            </a:pPr>
            <a:r>
              <a:rPr lang="en-US" sz="1000">
                <a:solidFill>
                  <a:schemeClr val="tx1"/>
                </a:solidFill>
              </a:rPr>
              <a:t>Ad-Hoc Report Generation</a:t>
            </a:r>
          </a:p>
          <a:p>
            <a:pPr marL="171450" indent="-171450">
              <a:spcAft>
                <a:spcPts val="200"/>
              </a:spcAft>
              <a:buFont typeface="Arial" panose="020B0604020202020204" pitchFamily="34" charset="0"/>
              <a:buChar char="•"/>
            </a:pPr>
            <a:r>
              <a:rPr lang="en-US" sz="1000">
                <a:solidFill>
                  <a:schemeClr val="tx1"/>
                </a:solidFill>
              </a:rPr>
              <a:t>What-If Analysis Execution</a:t>
            </a:r>
          </a:p>
          <a:p>
            <a:pPr marL="171450" indent="-171450">
              <a:spcAft>
                <a:spcPts val="200"/>
              </a:spcAft>
              <a:buFont typeface="Arial" panose="020B0604020202020204" pitchFamily="34" charset="0"/>
              <a:buChar char="•"/>
            </a:pPr>
            <a:r>
              <a:rPr lang="en-US" sz="1000">
                <a:solidFill>
                  <a:schemeClr val="tx1"/>
                </a:solidFill>
              </a:rPr>
              <a:t>Chat-Bot Support and Fact Finding</a:t>
            </a:r>
          </a:p>
        </p:txBody>
      </p:sp>
      <p:sp>
        <p:nvSpPr>
          <p:cNvPr id="13" name="TextBox 12">
            <a:extLst>
              <a:ext uri="{FF2B5EF4-FFF2-40B4-BE49-F238E27FC236}">
                <a16:creationId xmlns:a16="http://schemas.microsoft.com/office/drawing/2014/main" id="{3589F65D-F8AD-6612-5AA0-FF6B9D3D85BE}"/>
              </a:ext>
            </a:extLst>
          </p:cNvPr>
          <p:cNvSpPr txBox="1"/>
          <p:nvPr/>
        </p:nvSpPr>
        <p:spPr>
          <a:xfrm>
            <a:off x="8074024" y="5001830"/>
            <a:ext cx="3749675" cy="10310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defPPr>
              <a:defRPr lang="en-US"/>
            </a:defPPr>
            <a:lvl1pPr>
              <a:spcAft>
                <a:spcPts val="200"/>
              </a:spcAft>
              <a:defRPr sz="14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a:solidFill>
                  <a:schemeClr val="tx1"/>
                </a:solidFill>
              </a:rPr>
              <a:t>Key Takeaways </a:t>
            </a:r>
          </a:p>
          <a:p>
            <a:pPr marL="171450" indent="-171450">
              <a:buFont typeface="Arial" panose="020B0604020202020204" pitchFamily="34" charset="0"/>
              <a:buChar char="•"/>
            </a:pPr>
            <a:r>
              <a:rPr lang="en-US" sz="1000" b="0">
                <a:solidFill>
                  <a:schemeClr val="tx1"/>
                </a:solidFill>
              </a:rPr>
              <a:t>Target Agentic Enabled (≈10:1) use-cases first—clear ROI, manageable risk.</a:t>
            </a:r>
          </a:p>
          <a:p>
            <a:pPr marL="171450" indent="-171450">
              <a:buFont typeface="Arial" panose="020B0604020202020204" pitchFamily="34" charset="0"/>
              <a:buChar char="•"/>
            </a:pPr>
            <a:r>
              <a:rPr lang="en-US" sz="1000" b="0">
                <a:solidFill>
                  <a:schemeClr val="tx1"/>
                </a:solidFill>
              </a:rPr>
              <a:t>Advance to Semi-Autonomous AI only after governance &amp; data foundations scale.</a:t>
            </a:r>
          </a:p>
          <a:p>
            <a:pPr marL="171450" indent="-171450">
              <a:buFont typeface="Arial" panose="020B0604020202020204" pitchFamily="34" charset="0"/>
              <a:buChar char="•"/>
            </a:pPr>
            <a:r>
              <a:rPr lang="en-US" sz="1000" b="0">
                <a:solidFill>
                  <a:schemeClr val="tx1"/>
                </a:solidFill>
              </a:rPr>
              <a:t>Anchor every step to model-risk controls and human override.</a:t>
            </a:r>
          </a:p>
        </p:txBody>
      </p:sp>
      <p:grpSp>
        <p:nvGrpSpPr>
          <p:cNvPr id="19" name="Group 18">
            <a:extLst>
              <a:ext uri="{FF2B5EF4-FFF2-40B4-BE49-F238E27FC236}">
                <a16:creationId xmlns:a16="http://schemas.microsoft.com/office/drawing/2014/main" id="{911AF926-320E-DAD1-3E76-D883522BD58C}"/>
              </a:ext>
            </a:extLst>
          </p:cNvPr>
          <p:cNvGrpSpPr/>
          <p:nvPr/>
        </p:nvGrpSpPr>
        <p:grpSpPr>
          <a:xfrm>
            <a:off x="697911" y="2413800"/>
            <a:ext cx="6213064" cy="2681662"/>
            <a:chOff x="794161" y="2469568"/>
            <a:chExt cx="4255964" cy="2681662"/>
          </a:xfrm>
        </p:grpSpPr>
        <p:sp>
          <p:nvSpPr>
            <p:cNvPr id="14" name="Rectangle 13">
              <a:extLst>
                <a:ext uri="{FF2B5EF4-FFF2-40B4-BE49-F238E27FC236}">
                  <a16:creationId xmlns:a16="http://schemas.microsoft.com/office/drawing/2014/main" id="{1E8B8452-56A8-0CE2-D389-DCB0E1512530}"/>
                </a:ext>
              </a:extLst>
            </p:cNvPr>
            <p:cNvSpPr/>
            <p:nvPr/>
          </p:nvSpPr>
          <p:spPr>
            <a:xfrm>
              <a:off x="794161" y="2469568"/>
              <a:ext cx="1193601" cy="2681662"/>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726BA9F1-0DC4-F9F4-5404-0874D8EECCA1}"/>
                </a:ext>
              </a:extLst>
            </p:cNvPr>
            <p:cNvSpPr/>
            <p:nvPr/>
          </p:nvSpPr>
          <p:spPr>
            <a:xfrm>
              <a:off x="3884773" y="2469568"/>
              <a:ext cx="1165352" cy="2681662"/>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5D7ADDFF-D57E-D97E-2F1D-1A4AF5B8D27C}"/>
                </a:ext>
              </a:extLst>
            </p:cNvPr>
            <p:cNvSpPr/>
            <p:nvPr/>
          </p:nvSpPr>
          <p:spPr>
            <a:xfrm>
              <a:off x="1987763" y="2469568"/>
              <a:ext cx="1897009" cy="2681662"/>
            </a:xfrm>
            <a:prstGeom prst="rect">
              <a:avLst/>
            </a:prstGeom>
            <a:solidFill>
              <a:srgbClr val="EEEFF1"/>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Arial"/>
                <a:ea typeface="+mn-ea"/>
                <a:cs typeface="+mn-cs"/>
              </a:endParaRPr>
            </a:p>
          </p:txBody>
        </p:sp>
      </p:grpSp>
      <p:grpSp>
        <p:nvGrpSpPr>
          <p:cNvPr id="20" name="Group 19">
            <a:extLst>
              <a:ext uri="{FF2B5EF4-FFF2-40B4-BE49-F238E27FC236}">
                <a16:creationId xmlns:a16="http://schemas.microsoft.com/office/drawing/2014/main" id="{25AB9EE8-686E-B10E-4893-F562917360D3}"/>
              </a:ext>
            </a:extLst>
          </p:cNvPr>
          <p:cNvGrpSpPr/>
          <p:nvPr/>
        </p:nvGrpSpPr>
        <p:grpSpPr>
          <a:xfrm>
            <a:off x="332434" y="2185200"/>
            <a:ext cx="6649390" cy="3009883"/>
            <a:chOff x="799427" y="2317749"/>
            <a:chExt cx="4392481" cy="2833481"/>
          </a:xfrm>
        </p:grpSpPr>
        <p:cxnSp>
          <p:nvCxnSpPr>
            <p:cNvPr id="15" name="Straight Arrow Connector 14">
              <a:extLst>
                <a:ext uri="{FF2B5EF4-FFF2-40B4-BE49-F238E27FC236}">
                  <a16:creationId xmlns:a16="http://schemas.microsoft.com/office/drawing/2014/main" id="{478A9EC4-F1AD-49AC-203D-75A4A62F47A2}"/>
                </a:ext>
              </a:extLst>
            </p:cNvPr>
            <p:cNvCxnSpPr/>
            <p:nvPr/>
          </p:nvCxnSpPr>
          <p:spPr>
            <a:xfrm flipV="1">
              <a:off x="799427" y="2317749"/>
              <a:ext cx="0" cy="283348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C9F03BBA-C067-FB05-F15D-C41FE18DA691}"/>
                </a:ext>
              </a:extLst>
            </p:cNvPr>
            <p:cNvCxnSpPr>
              <a:cxnSpLocks/>
            </p:cNvCxnSpPr>
            <p:nvPr/>
          </p:nvCxnSpPr>
          <p:spPr>
            <a:xfrm>
              <a:off x="799427" y="5141905"/>
              <a:ext cx="439248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
        <p:nvSpPr>
          <p:cNvPr id="21" name="TextBox 20">
            <a:extLst>
              <a:ext uri="{FF2B5EF4-FFF2-40B4-BE49-F238E27FC236}">
                <a16:creationId xmlns:a16="http://schemas.microsoft.com/office/drawing/2014/main" id="{CBDD0189-3EC7-6AD9-F4BC-E8155B031848}"/>
              </a:ext>
            </a:extLst>
          </p:cNvPr>
          <p:cNvSpPr txBox="1"/>
          <p:nvPr/>
        </p:nvSpPr>
        <p:spPr>
          <a:xfrm>
            <a:off x="697908" y="1885974"/>
            <a:ext cx="1742476"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AI Reasoning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Ratio: 1/1</a:t>
            </a:r>
          </a:p>
        </p:txBody>
      </p:sp>
      <p:sp>
        <p:nvSpPr>
          <p:cNvPr id="22" name="TextBox 21">
            <a:extLst>
              <a:ext uri="{FF2B5EF4-FFF2-40B4-BE49-F238E27FC236}">
                <a16:creationId xmlns:a16="http://schemas.microsoft.com/office/drawing/2014/main" id="{5046BCC5-E317-C65A-6E37-764FF8E17FAD}"/>
              </a:ext>
            </a:extLst>
          </p:cNvPr>
          <p:cNvSpPr txBox="1"/>
          <p:nvPr/>
        </p:nvSpPr>
        <p:spPr>
          <a:xfrm>
            <a:off x="5208427" y="1889753"/>
            <a:ext cx="1742476" cy="369332"/>
          </a:xfrm>
          <a:prstGeom prst="rect">
            <a:avLst/>
          </a:prstGeom>
          <a:noFill/>
        </p:spPr>
        <p:txBody>
          <a:bodyPr wrap="square" lIns="91440" tIns="0" rIns="91440" bIns="0" rtlCol="0">
            <a:spAutoFit/>
          </a:bodyPr>
          <a:lstStyle>
            <a:defPPr>
              <a:defRPr lang="en-US"/>
            </a:defPPr>
            <a:lvl1pPr algn="ctr">
              <a:spcAft>
                <a:spcPts val="600"/>
              </a:spcAft>
              <a:defRPr sz="1000" b="1"/>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Semi-Autonomous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Ratio: 100/1</a:t>
            </a:r>
          </a:p>
        </p:txBody>
      </p:sp>
      <p:sp>
        <p:nvSpPr>
          <p:cNvPr id="23" name="TextBox 22">
            <a:extLst>
              <a:ext uri="{FF2B5EF4-FFF2-40B4-BE49-F238E27FC236}">
                <a16:creationId xmlns:a16="http://schemas.microsoft.com/office/drawing/2014/main" id="{254BCA48-57E4-E443-4568-F1E39323F6E4}"/>
              </a:ext>
            </a:extLst>
          </p:cNvPr>
          <p:cNvSpPr txBox="1"/>
          <p:nvPr/>
        </p:nvSpPr>
        <p:spPr>
          <a:xfrm>
            <a:off x="2440387" y="1885974"/>
            <a:ext cx="2768037" cy="369332"/>
          </a:xfrm>
          <a:prstGeom prst="rect">
            <a:avLst/>
          </a:prstGeom>
          <a:noFill/>
        </p:spPr>
        <p:txBody>
          <a:bodyPr wrap="square" lIns="91440" tIns="0" rIns="91440" bIns="0" rtlCol="0">
            <a:spAutoFit/>
          </a:bodyPr>
          <a:lstStyle>
            <a:defPPr>
              <a:defRPr lang="en-US"/>
            </a:defPPr>
            <a:lvl1pPr algn="ctr">
              <a:spcAft>
                <a:spcPts val="600"/>
              </a:spcAft>
              <a:defRPr sz="1000" b="1"/>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Agentic Enabled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Ratio: 10/1</a:t>
            </a:r>
          </a:p>
        </p:txBody>
      </p:sp>
      <p:sp>
        <p:nvSpPr>
          <p:cNvPr id="24" name="TextBox 23">
            <a:extLst>
              <a:ext uri="{FF2B5EF4-FFF2-40B4-BE49-F238E27FC236}">
                <a16:creationId xmlns:a16="http://schemas.microsoft.com/office/drawing/2014/main" id="{14851B3E-7712-8757-5212-A5AF2DCF4768}"/>
              </a:ext>
            </a:extLst>
          </p:cNvPr>
          <p:cNvSpPr txBox="1"/>
          <p:nvPr/>
        </p:nvSpPr>
        <p:spPr>
          <a:xfrm>
            <a:off x="6860665" y="5211677"/>
            <a:ext cx="222818" cy="184666"/>
          </a:xfrm>
          <a:prstGeom prst="rect">
            <a:avLst/>
          </a:prstGeom>
          <a:noFill/>
        </p:spPr>
        <p:txBody>
          <a:bodyPr wrap="none" lIns="0" tIns="0" rIns="0" bIns="0" rtlCol="0">
            <a:spAutoFit/>
          </a:bodyPr>
          <a:lstStyle>
            <a:defPPr>
              <a:defRPr lang="en-US"/>
            </a:defPPr>
            <a:lvl1pPr algn="ctr">
              <a:spcAft>
                <a:spcPts val="600"/>
              </a:spcAft>
              <a:defRPr sz="1000" b="1"/>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n/1</a:t>
            </a:r>
          </a:p>
        </p:txBody>
      </p:sp>
      <p:sp>
        <p:nvSpPr>
          <p:cNvPr id="25" name="TextBox 24">
            <a:extLst>
              <a:ext uri="{FF2B5EF4-FFF2-40B4-BE49-F238E27FC236}">
                <a16:creationId xmlns:a16="http://schemas.microsoft.com/office/drawing/2014/main" id="{9A3A6328-AF67-402F-378B-C5FA0BE46C2D}"/>
              </a:ext>
            </a:extLst>
          </p:cNvPr>
          <p:cNvSpPr txBox="1"/>
          <p:nvPr/>
        </p:nvSpPr>
        <p:spPr>
          <a:xfrm>
            <a:off x="692165" y="5211677"/>
            <a:ext cx="213200" cy="184666"/>
          </a:xfrm>
          <a:prstGeom prst="rect">
            <a:avLst/>
          </a:prstGeom>
          <a:noFill/>
        </p:spPr>
        <p:txBody>
          <a:bodyPr wrap="none" lIns="0" tIns="0" rIns="0" bIns="0" rtlCol="0">
            <a:spAutoFit/>
          </a:bodyPr>
          <a:lstStyle>
            <a:defPPr>
              <a:defRPr lang="en-US"/>
            </a:defPPr>
            <a:lvl1pPr algn="ctr">
              <a:spcAft>
                <a:spcPts val="600"/>
              </a:spcAft>
              <a:defRPr sz="1000" b="1"/>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1/1</a:t>
            </a:r>
          </a:p>
        </p:txBody>
      </p:sp>
      <p:sp>
        <p:nvSpPr>
          <p:cNvPr id="26" name="TextBox 25">
            <a:extLst>
              <a:ext uri="{FF2B5EF4-FFF2-40B4-BE49-F238E27FC236}">
                <a16:creationId xmlns:a16="http://schemas.microsoft.com/office/drawing/2014/main" id="{6013E4A7-A70E-D427-91DD-EC0484D6DDFB}"/>
              </a:ext>
            </a:extLst>
          </p:cNvPr>
          <p:cNvSpPr txBox="1"/>
          <p:nvPr/>
        </p:nvSpPr>
        <p:spPr>
          <a:xfrm rot="16200000">
            <a:off x="-58270" y="3646909"/>
            <a:ext cx="983583"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a:ea typeface="+mn-ea"/>
                <a:cs typeface="+mn-cs"/>
              </a:rPr>
              <a:t>Impact</a:t>
            </a:r>
          </a:p>
        </p:txBody>
      </p:sp>
      <p:pic>
        <p:nvPicPr>
          <p:cNvPr id="27" name="Graphic 26">
            <a:extLst>
              <a:ext uri="{FF2B5EF4-FFF2-40B4-BE49-F238E27FC236}">
                <a16:creationId xmlns:a16="http://schemas.microsoft.com/office/drawing/2014/main" id="{E9675F06-A24C-310F-3222-4B72CDF1B9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47276" y="2021304"/>
            <a:ext cx="731520" cy="731520"/>
          </a:xfrm>
          <a:prstGeom prst="rect">
            <a:avLst/>
          </a:prstGeom>
        </p:spPr>
      </p:pic>
      <p:sp>
        <p:nvSpPr>
          <p:cNvPr id="30" name="TextBox 29">
            <a:extLst>
              <a:ext uri="{FF2B5EF4-FFF2-40B4-BE49-F238E27FC236}">
                <a16:creationId xmlns:a16="http://schemas.microsoft.com/office/drawing/2014/main" id="{B8346330-C3A6-AEAF-BC8D-9CCEA662CB89}"/>
              </a:ext>
            </a:extLst>
          </p:cNvPr>
          <p:cNvSpPr txBox="1"/>
          <p:nvPr/>
        </p:nvSpPr>
        <p:spPr>
          <a:xfrm>
            <a:off x="2528862" y="5196288"/>
            <a:ext cx="2551162"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a:ea typeface="+mn-ea"/>
                <a:cs typeface="+mn-cs"/>
              </a:rPr>
              <a:t>AI Actions/Human Input →</a:t>
            </a:r>
          </a:p>
        </p:txBody>
      </p:sp>
      <p:sp>
        <p:nvSpPr>
          <p:cNvPr id="31" name="TextBox 30">
            <a:extLst>
              <a:ext uri="{FF2B5EF4-FFF2-40B4-BE49-F238E27FC236}">
                <a16:creationId xmlns:a16="http://schemas.microsoft.com/office/drawing/2014/main" id="{34C707F4-3CC6-C636-D52A-80DF32C7374F}"/>
              </a:ext>
            </a:extLst>
          </p:cNvPr>
          <p:cNvSpPr txBox="1"/>
          <p:nvPr/>
        </p:nvSpPr>
        <p:spPr>
          <a:xfrm>
            <a:off x="2784572" y="3392247"/>
            <a:ext cx="2079667" cy="461665"/>
          </a:xfrm>
          <a:prstGeom prst="rect">
            <a:avLst/>
          </a:prstGeom>
          <a:noFill/>
        </p:spPr>
        <p:txBody>
          <a:bodyPr wrap="square" lIns="91440" tIns="0" rIns="91440" bIns="0" rtlCol="0">
            <a:spAutoFit/>
          </a:bodyPr>
          <a:lstStyle>
            <a:defPPr>
              <a:defRPr lang="en-US"/>
            </a:defPPr>
            <a:lvl1pPr algn="ctr">
              <a:spcAft>
                <a:spcPts val="600"/>
              </a:spcAft>
              <a:defRPr sz="1000" b="1"/>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000000"/>
                </a:solidFill>
                <a:effectLst/>
                <a:uLnTx/>
                <a:uFillTx/>
                <a:latin typeface="Arial"/>
                <a:ea typeface="+mn-ea"/>
                <a:cs typeface="+mn-cs"/>
              </a:rPr>
              <a:t>Goal</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000000"/>
                </a:solidFill>
                <a:effectLst/>
                <a:uLnTx/>
                <a:uFillTx/>
                <a:latin typeface="Arial"/>
                <a:ea typeface="+mn-ea"/>
                <a:cs typeface="+mn-cs"/>
              </a:rPr>
              <a:t>Focus: Practical, incremental value – not end state maturity</a:t>
            </a:r>
          </a:p>
        </p:txBody>
      </p:sp>
      <p:grpSp>
        <p:nvGrpSpPr>
          <p:cNvPr id="64" name="Group 63">
            <a:extLst>
              <a:ext uri="{FF2B5EF4-FFF2-40B4-BE49-F238E27FC236}">
                <a16:creationId xmlns:a16="http://schemas.microsoft.com/office/drawing/2014/main" id="{C9670BDE-B05D-9657-0544-F5D8C30F2A66}"/>
              </a:ext>
            </a:extLst>
          </p:cNvPr>
          <p:cNvGrpSpPr/>
          <p:nvPr/>
        </p:nvGrpSpPr>
        <p:grpSpPr>
          <a:xfrm>
            <a:off x="8074024" y="4001570"/>
            <a:ext cx="3749675" cy="926030"/>
            <a:chOff x="8074024" y="2962810"/>
            <a:chExt cx="3749675" cy="926030"/>
          </a:xfrm>
        </p:grpSpPr>
        <p:sp>
          <p:nvSpPr>
            <p:cNvPr id="65" name="Rectangle 64">
              <a:extLst>
                <a:ext uri="{FF2B5EF4-FFF2-40B4-BE49-F238E27FC236}">
                  <a16:creationId xmlns:a16="http://schemas.microsoft.com/office/drawing/2014/main" id="{BE4C1A62-ECA6-3743-B9FA-E32271FF9509}"/>
                </a:ext>
              </a:extLst>
            </p:cNvPr>
            <p:cNvSpPr/>
            <p:nvPr/>
          </p:nvSpPr>
          <p:spPr>
            <a:xfrm>
              <a:off x="8074024" y="2962810"/>
              <a:ext cx="3749675" cy="926030"/>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lIns="1005840" rtlCol="0" anchor="ctr"/>
            <a:lstStyle/>
            <a:p>
              <a:pPr>
                <a:spcAft>
                  <a:spcPts val="200"/>
                </a:spcAft>
              </a:pPr>
              <a:r>
                <a:rPr lang="en-US" sz="1200" b="1">
                  <a:solidFill>
                    <a:schemeClr val="tx1"/>
                  </a:solidFill>
                </a:rPr>
                <a:t>Semi-Autonomous AI Examples: </a:t>
              </a:r>
            </a:p>
            <a:p>
              <a:pPr marL="171450" indent="-171450">
                <a:spcAft>
                  <a:spcPts val="200"/>
                </a:spcAft>
                <a:buFont typeface="Arial" panose="020B0604020202020204" pitchFamily="34" charset="0"/>
                <a:buChar char="•"/>
              </a:pPr>
              <a:r>
                <a:rPr lang="en-US" sz="1000">
                  <a:solidFill>
                    <a:schemeClr val="tx1"/>
                  </a:solidFill>
                </a:rPr>
                <a:t>Predictive and Active Monitoring</a:t>
              </a:r>
            </a:p>
            <a:p>
              <a:pPr marL="171450" indent="-171450">
                <a:spcAft>
                  <a:spcPts val="200"/>
                </a:spcAft>
                <a:buFont typeface="Arial" panose="020B0604020202020204" pitchFamily="34" charset="0"/>
                <a:buChar char="•"/>
              </a:pPr>
              <a:r>
                <a:rPr lang="en-US" sz="1000">
                  <a:solidFill>
                    <a:schemeClr val="tx1"/>
                  </a:solidFill>
                </a:rPr>
                <a:t>Data Monitoring</a:t>
              </a:r>
            </a:p>
            <a:p>
              <a:pPr marL="171450" indent="-171450">
                <a:spcAft>
                  <a:spcPts val="200"/>
                </a:spcAft>
                <a:buFont typeface="Arial" panose="020B0604020202020204" pitchFamily="34" charset="0"/>
                <a:buChar char="•"/>
              </a:pPr>
              <a:r>
                <a:rPr lang="en-US" sz="1000">
                  <a:solidFill>
                    <a:schemeClr val="tx1"/>
                  </a:solidFill>
                </a:rPr>
                <a:t>Scheduled and Triggered Model Execution</a:t>
              </a:r>
            </a:p>
          </p:txBody>
        </p:sp>
        <p:pic>
          <p:nvPicPr>
            <p:cNvPr id="66" name="Graphic 65">
              <a:extLst>
                <a:ext uri="{FF2B5EF4-FFF2-40B4-BE49-F238E27FC236}">
                  <a16:creationId xmlns:a16="http://schemas.microsoft.com/office/drawing/2014/main" id="{CBD2F047-B396-51B2-9088-3AE8D3CF3D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47276" y="3060065"/>
              <a:ext cx="731520" cy="731520"/>
            </a:xfrm>
            <a:prstGeom prst="rect">
              <a:avLst/>
            </a:prstGeom>
          </p:spPr>
        </p:pic>
      </p:grpSp>
      <p:grpSp>
        <p:nvGrpSpPr>
          <p:cNvPr id="67" name="Group 66">
            <a:extLst>
              <a:ext uri="{FF2B5EF4-FFF2-40B4-BE49-F238E27FC236}">
                <a16:creationId xmlns:a16="http://schemas.microsoft.com/office/drawing/2014/main" id="{6B64096A-92BF-ABC8-8AD1-79A3D002E6E0}"/>
              </a:ext>
            </a:extLst>
          </p:cNvPr>
          <p:cNvGrpSpPr/>
          <p:nvPr/>
        </p:nvGrpSpPr>
        <p:grpSpPr>
          <a:xfrm>
            <a:off x="8074024" y="2962810"/>
            <a:ext cx="3749675" cy="926030"/>
            <a:chOff x="8074024" y="4001570"/>
            <a:chExt cx="3749675" cy="926030"/>
          </a:xfrm>
        </p:grpSpPr>
        <p:sp>
          <p:nvSpPr>
            <p:cNvPr id="68" name="Rectangle 67">
              <a:extLst>
                <a:ext uri="{FF2B5EF4-FFF2-40B4-BE49-F238E27FC236}">
                  <a16:creationId xmlns:a16="http://schemas.microsoft.com/office/drawing/2014/main" id="{0908E1D1-3ACE-BDE5-F829-F65DF934BC05}"/>
                </a:ext>
              </a:extLst>
            </p:cNvPr>
            <p:cNvSpPr/>
            <p:nvPr/>
          </p:nvSpPr>
          <p:spPr>
            <a:xfrm>
              <a:off x="8074024" y="4001570"/>
              <a:ext cx="3749675" cy="926030"/>
            </a:xfrm>
            <a:prstGeom prst="rect">
              <a:avLst/>
            </a:prstGeom>
            <a:solidFill>
              <a:srgbClr val="EEEFF1"/>
            </a:solidFill>
            <a:ln>
              <a:noFill/>
            </a:ln>
          </p:spPr>
          <p:style>
            <a:lnRef idx="2">
              <a:schemeClr val="accent1">
                <a:shade val="15000"/>
              </a:schemeClr>
            </a:lnRef>
            <a:fillRef idx="1">
              <a:schemeClr val="accent1"/>
            </a:fillRef>
            <a:effectRef idx="0">
              <a:schemeClr val="accent1"/>
            </a:effectRef>
            <a:fontRef idx="minor">
              <a:schemeClr val="lt1"/>
            </a:fontRef>
          </p:style>
          <p:txBody>
            <a:bodyPr lIns="1005840" rtlCol="0" anchor="ctr"/>
            <a:lstStyle/>
            <a:p>
              <a:pPr>
                <a:spcAft>
                  <a:spcPts val="200"/>
                </a:spcAft>
              </a:pPr>
              <a:r>
                <a:rPr lang="en-US" sz="1200" b="1">
                  <a:solidFill>
                    <a:schemeClr val="tx1"/>
                  </a:solidFill>
                </a:rPr>
                <a:t>Agentic Enabled Examples: </a:t>
              </a:r>
            </a:p>
            <a:p>
              <a:pPr marL="171450" indent="-171450">
                <a:spcAft>
                  <a:spcPts val="200"/>
                </a:spcAft>
                <a:buFont typeface="Arial" panose="020B0604020202020204" pitchFamily="34" charset="0"/>
                <a:buChar char="•"/>
              </a:pPr>
              <a:r>
                <a:rPr lang="en-US" sz="1000">
                  <a:solidFill>
                    <a:schemeClr val="tx1"/>
                  </a:solidFill>
                </a:rPr>
                <a:t>Methodology Evaluation and Selection</a:t>
              </a:r>
            </a:p>
            <a:p>
              <a:pPr marL="171450" indent="-171450">
                <a:spcAft>
                  <a:spcPts val="200"/>
                </a:spcAft>
                <a:buFont typeface="Arial" panose="020B0604020202020204" pitchFamily="34" charset="0"/>
                <a:buChar char="•"/>
              </a:pPr>
              <a:r>
                <a:rPr lang="en-US" sz="1000">
                  <a:solidFill>
                    <a:schemeClr val="tx1"/>
                  </a:solidFill>
                </a:rPr>
                <a:t>Validation Testing and Analysis</a:t>
              </a:r>
            </a:p>
            <a:p>
              <a:pPr marL="171450" indent="-171450">
                <a:spcAft>
                  <a:spcPts val="200"/>
                </a:spcAft>
                <a:buFont typeface="Arial" panose="020B0604020202020204" pitchFamily="34" charset="0"/>
                <a:buChar char="•"/>
              </a:pPr>
              <a:r>
                <a:rPr lang="en-US" sz="1000">
                  <a:solidFill>
                    <a:schemeClr val="tx1"/>
                  </a:solidFill>
                </a:rPr>
                <a:t>Development and Validation Documentation</a:t>
              </a:r>
            </a:p>
          </p:txBody>
        </p:sp>
        <p:pic>
          <p:nvPicPr>
            <p:cNvPr id="69" name="Graphic 68">
              <a:extLst>
                <a:ext uri="{FF2B5EF4-FFF2-40B4-BE49-F238E27FC236}">
                  <a16:creationId xmlns:a16="http://schemas.microsoft.com/office/drawing/2014/main" id="{5B4A561E-17E4-F2F9-CB97-400D3D73A60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47276" y="4098825"/>
              <a:ext cx="731520" cy="731520"/>
            </a:xfrm>
            <a:prstGeom prst="rect">
              <a:avLst/>
            </a:prstGeom>
          </p:spPr>
        </p:pic>
      </p:grpSp>
      <p:cxnSp>
        <p:nvCxnSpPr>
          <p:cNvPr id="73" name="Straight Connector 72">
            <a:extLst>
              <a:ext uri="{FF2B5EF4-FFF2-40B4-BE49-F238E27FC236}">
                <a16:creationId xmlns:a16="http://schemas.microsoft.com/office/drawing/2014/main" id="{5620D8AB-9FF2-B004-D66A-D06FC4845199}"/>
              </a:ext>
            </a:extLst>
          </p:cNvPr>
          <p:cNvCxnSpPr>
            <a:cxnSpLocks/>
            <a:endCxn id="65" idx="1"/>
          </p:cNvCxnSpPr>
          <p:nvPr/>
        </p:nvCxnSpPr>
        <p:spPr>
          <a:xfrm>
            <a:off x="5387975" y="4464585"/>
            <a:ext cx="2686049" cy="0"/>
          </a:xfrm>
          <a:prstGeom prst="line">
            <a:avLst/>
          </a:prstGeom>
          <a:ln w="12700">
            <a:solidFill>
              <a:schemeClr val="tx1"/>
            </a:solidFill>
            <a:prstDash val="dash"/>
            <a:headEnd type="diamond"/>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C086C816-0D46-CB70-6B6E-9575242464CE}"/>
              </a:ext>
            </a:extLst>
          </p:cNvPr>
          <p:cNvSpPr txBox="1"/>
          <p:nvPr/>
        </p:nvSpPr>
        <p:spPr>
          <a:xfrm>
            <a:off x="5510841" y="4242479"/>
            <a:ext cx="1394842" cy="153888"/>
          </a:xfrm>
          <a:prstGeom prst="rect">
            <a:avLst/>
          </a:prstGeom>
          <a:noFill/>
        </p:spPr>
        <p:txBody>
          <a:bodyPr wrap="square" lIns="0" tIns="0" rIns="0" bIns="0" rtlCol="0">
            <a:spAutoFit/>
          </a:bodyPr>
          <a:lstStyle>
            <a:defPPr>
              <a:defRPr lang="en-US"/>
            </a:defPPr>
            <a:lvl1pPr algn="ctr">
              <a:spcAft>
                <a:spcPts val="600"/>
              </a:spcAft>
              <a:defRPr sz="1000" b="1"/>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000000"/>
                </a:solidFill>
                <a:effectLst/>
                <a:uLnTx/>
                <a:uFillTx/>
                <a:latin typeface="Arial"/>
                <a:ea typeface="+mn-ea"/>
                <a:cs typeface="+mn-cs"/>
              </a:rPr>
              <a:t>Operational Drag</a:t>
            </a:r>
          </a:p>
        </p:txBody>
      </p:sp>
      <p:cxnSp>
        <p:nvCxnSpPr>
          <p:cNvPr id="78" name="Straight Connector 77">
            <a:extLst>
              <a:ext uri="{FF2B5EF4-FFF2-40B4-BE49-F238E27FC236}">
                <a16:creationId xmlns:a16="http://schemas.microsoft.com/office/drawing/2014/main" id="{11FF9B12-5028-AE6F-BA30-B6948639130C}"/>
              </a:ext>
            </a:extLst>
          </p:cNvPr>
          <p:cNvCxnSpPr>
            <a:cxnSpLocks/>
          </p:cNvCxnSpPr>
          <p:nvPr/>
        </p:nvCxnSpPr>
        <p:spPr>
          <a:xfrm>
            <a:off x="2059806" y="2741662"/>
            <a:ext cx="6014218" cy="0"/>
          </a:xfrm>
          <a:prstGeom prst="line">
            <a:avLst/>
          </a:prstGeom>
          <a:ln w="12700">
            <a:solidFill>
              <a:schemeClr val="tx1"/>
            </a:solidFill>
            <a:prstDash val="dash"/>
            <a:headEnd type="diamond"/>
          </a:ln>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AECEEBB4-BF66-8E09-272B-A7E7F1F25224}"/>
              </a:ext>
            </a:extLst>
          </p:cNvPr>
          <p:cNvSpPr txBox="1"/>
          <p:nvPr/>
        </p:nvSpPr>
        <p:spPr>
          <a:xfrm>
            <a:off x="5510842" y="2532627"/>
            <a:ext cx="1211692" cy="153888"/>
          </a:xfrm>
          <a:prstGeom prst="rect">
            <a:avLst/>
          </a:prstGeom>
          <a:noFill/>
        </p:spPr>
        <p:txBody>
          <a:bodyPr wrap="square" lIns="0" tIns="0" rIns="0" bIns="0" rtlCol="0">
            <a:spAutoFit/>
          </a:bodyPr>
          <a:lstStyle>
            <a:defPPr>
              <a:defRPr lang="en-US"/>
            </a:defPPr>
            <a:lvl1pPr algn="ctr">
              <a:spcAft>
                <a:spcPts val="600"/>
              </a:spcAft>
              <a:defRPr sz="1000" b="1"/>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000000"/>
                </a:solidFill>
                <a:effectLst/>
                <a:uLnTx/>
                <a:uFillTx/>
                <a:latin typeface="Arial"/>
                <a:ea typeface="+mn-ea"/>
                <a:cs typeface="+mn-cs"/>
              </a:rPr>
              <a:t>Value Creation</a:t>
            </a:r>
          </a:p>
        </p:txBody>
      </p:sp>
      <p:cxnSp>
        <p:nvCxnSpPr>
          <p:cNvPr id="81" name="Straight Connector 80">
            <a:extLst>
              <a:ext uri="{FF2B5EF4-FFF2-40B4-BE49-F238E27FC236}">
                <a16:creationId xmlns:a16="http://schemas.microsoft.com/office/drawing/2014/main" id="{EA2AAEAF-0354-A505-055B-EBF5694FEBB7}"/>
              </a:ext>
            </a:extLst>
          </p:cNvPr>
          <p:cNvCxnSpPr>
            <a:cxnSpLocks/>
            <a:stCxn id="90" idx="0"/>
            <a:endCxn id="68" idx="1"/>
          </p:cNvCxnSpPr>
          <p:nvPr/>
        </p:nvCxnSpPr>
        <p:spPr>
          <a:xfrm rot="5400000" flipH="1" flipV="1">
            <a:off x="6170857" y="2119207"/>
            <a:ext cx="596548" cy="3209785"/>
          </a:xfrm>
          <a:prstGeom prst="bentConnector2">
            <a:avLst/>
          </a:prstGeom>
          <a:ln w="12700">
            <a:solidFill>
              <a:schemeClr val="tx1"/>
            </a:solidFill>
            <a:prstDash val="dash"/>
            <a:headEnd type="diamond"/>
          </a:ln>
        </p:spPr>
        <p:style>
          <a:lnRef idx="2">
            <a:schemeClr val="accent1"/>
          </a:lnRef>
          <a:fillRef idx="0">
            <a:schemeClr val="accent1"/>
          </a:fillRef>
          <a:effectRef idx="1">
            <a:schemeClr val="accent1"/>
          </a:effectRef>
          <a:fontRef idx="minor">
            <a:schemeClr val="tx1"/>
          </a:fontRef>
        </p:style>
      </p:cxnSp>
      <p:sp>
        <p:nvSpPr>
          <p:cNvPr id="86" name="Arc 85">
            <a:extLst>
              <a:ext uri="{FF2B5EF4-FFF2-40B4-BE49-F238E27FC236}">
                <a16:creationId xmlns:a16="http://schemas.microsoft.com/office/drawing/2014/main" id="{F9C392AD-ADAB-A76A-2DBD-529563FA0CE5}"/>
              </a:ext>
            </a:extLst>
          </p:cNvPr>
          <p:cNvSpPr/>
          <p:nvPr/>
        </p:nvSpPr>
        <p:spPr>
          <a:xfrm rot="10800000">
            <a:off x="976029" y="194393"/>
            <a:ext cx="11939870" cy="4907970"/>
          </a:xfrm>
          <a:prstGeom prst="arc">
            <a:avLst>
              <a:gd name="adj1" fmla="val 16050417"/>
              <a:gd name="adj2" fmla="val 21594301"/>
            </a:avLst>
          </a:prstGeom>
          <a:ln w="12700">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a:ea typeface="+mn-ea"/>
              <a:cs typeface="+mn-cs"/>
            </a:endParaRPr>
          </a:p>
        </p:txBody>
      </p:sp>
      <p:sp>
        <p:nvSpPr>
          <p:cNvPr id="87" name="Arc 86">
            <a:extLst>
              <a:ext uri="{FF2B5EF4-FFF2-40B4-BE49-F238E27FC236}">
                <a16:creationId xmlns:a16="http://schemas.microsoft.com/office/drawing/2014/main" id="{912A82CC-28A5-8851-5FE0-B3D811D818D6}"/>
              </a:ext>
            </a:extLst>
          </p:cNvPr>
          <p:cNvSpPr/>
          <p:nvPr/>
        </p:nvSpPr>
        <p:spPr>
          <a:xfrm rot="10800000">
            <a:off x="-5041900" y="-501305"/>
            <a:ext cx="12125379" cy="5604873"/>
          </a:xfrm>
          <a:prstGeom prst="arc">
            <a:avLst>
              <a:gd name="adj1" fmla="val 11225814"/>
              <a:gd name="adj2" fmla="val 16224433"/>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a:ea typeface="+mn-ea"/>
              <a:cs typeface="+mn-cs"/>
            </a:endParaRPr>
          </a:p>
        </p:txBody>
      </p:sp>
      <p:sp>
        <p:nvSpPr>
          <p:cNvPr id="89" name="Oval 88">
            <a:extLst>
              <a:ext uri="{FF2B5EF4-FFF2-40B4-BE49-F238E27FC236}">
                <a16:creationId xmlns:a16="http://schemas.microsoft.com/office/drawing/2014/main" id="{D03F7E01-B8DC-6FF7-6AF2-65ECE53602D9}"/>
              </a:ext>
            </a:extLst>
          </p:cNvPr>
          <p:cNvSpPr/>
          <p:nvPr/>
        </p:nvSpPr>
        <p:spPr>
          <a:xfrm rot="20868185">
            <a:off x="2400618" y="4068094"/>
            <a:ext cx="2840401" cy="961711"/>
          </a:xfrm>
          <a:prstGeom prst="ellipse">
            <a:avLst/>
          </a:prstGeom>
          <a:ln w="12700">
            <a:solidFill>
              <a:schemeClr val="tx1"/>
            </a:solidFill>
            <a:prstDash val="dash"/>
            <a:headEnd type="diamond"/>
          </a:ln>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Arial"/>
              <a:ea typeface="+mn-ea"/>
              <a:cs typeface="+mn-cs"/>
            </a:endParaRPr>
          </a:p>
        </p:txBody>
      </p:sp>
      <p:sp>
        <p:nvSpPr>
          <p:cNvPr id="90" name="Rectangle 89">
            <a:extLst>
              <a:ext uri="{FF2B5EF4-FFF2-40B4-BE49-F238E27FC236}">
                <a16:creationId xmlns:a16="http://schemas.microsoft.com/office/drawing/2014/main" id="{31BF4EF2-0149-C53A-D650-F7B7EA6FDDDA}"/>
              </a:ext>
            </a:extLst>
          </p:cNvPr>
          <p:cNvSpPr/>
          <p:nvPr/>
        </p:nvSpPr>
        <p:spPr>
          <a:xfrm>
            <a:off x="4808042" y="4022373"/>
            <a:ext cx="112394" cy="1123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3976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64578-367A-8344-9388-0FB4B75C82AD}"/>
              </a:ext>
            </a:extLst>
          </p:cNvPr>
          <p:cNvSpPr>
            <a:spLocks noGrp="1"/>
          </p:cNvSpPr>
          <p:nvPr>
            <p:ph type="title"/>
          </p:nvPr>
        </p:nvSpPr>
        <p:spPr/>
        <p:txBody>
          <a:bodyPr/>
          <a:lstStyle/>
          <a:p>
            <a:r>
              <a:rPr lang="en-US"/>
              <a:t>What is the backbone of this future | What are AI Agents</a:t>
            </a:r>
            <a:br>
              <a:rPr lang="en-US"/>
            </a:br>
            <a:endParaRPr lang="en-US"/>
          </a:p>
        </p:txBody>
      </p:sp>
      <p:sp>
        <p:nvSpPr>
          <p:cNvPr id="11" name="Content Placeholder 10">
            <a:extLst>
              <a:ext uri="{FF2B5EF4-FFF2-40B4-BE49-F238E27FC236}">
                <a16:creationId xmlns:a16="http://schemas.microsoft.com/office/drawing/2014/main" id="{FCDF30A5-1087-53BB-F6E6-796EAFAC592A}"/>
              </a:ext>
            </a:extLst>
          </p:cNvPr>
          <p:cNvSpPr>
            <a:spLocks noGrp="1"/>
          </p:cNvSpPr>
          <p:nvPr>
            <p:ph sz="quarter" idx="11"/>
          </p:nvPr>
        </p:nvSpPr>
        <p:spPr>
          <a:xfrm>
            <a:off x="368300" y="1360716"/>
            <a:ext cx="5673726" cy="430887"/>
          </a:xfrm>
        </p:spPr>
        <p:txBody>
          <a:bodyPr wrap="square">
            <a:spAutoFit/>
          </a:bodyPr>
          <a:lstStyle/>
          <a:p>
            <a:pPr>
              <a:spcBef>
                <a:spcPts val="0"/>
              </a:spcBef>
              <a:spcAft>
                <a:spcPts val="0"/>
              </a:spcAft>
            </a:pPr>
            <a:r>
              <a:rPr lang="en-US" sz="1400"/>
              <a:t>AI agents leverage LLMs as "Reasoners," enabling adaptive and transformative AI applications in business processes.</a:t>
            </a:r>
          </a:p>
        </p:txBody>
      </p:sp>
      <p:sp>
        <p:nvSpPr>
          <p:cNvPr id="7" name="Title 1">
            <a:extLst>
              <a:ext uri="{FF2B5EF4-FFF2-40B4-BE49-F238E27FC236}">
                <a16:creationId xmlns:a16="http://schemas.microsoft.com/office/drawing/2014/main" id="{D35250A3-4B04-690E-C697-CC0BABFFA91B}"/>
              </a:ext>
            </a:extLst>
          </p:cNvPr>
          <p:cNvSpPr txBox="1">
            <a:spLocks/>
          </p:cNvSpPr>
          <p:nvPr/>
        </p:nvSpPr>
        <p:spPr>
          <a:xfrm>
            <a:off x="581301" y="1381076"/>
            <a:ext cx="6139928" cy="570249"/>
          </a:xfrm>
          <a:prstGeom prst="rect">
            <a:avLst/>
          </a:prstGeom>
        </p:spPr>
        <p:txBody>
          <a:bodyPr lIns="91440" tIns="45720" rIns="91440" bIns="45720" anchor="t">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endParaRPr lang="en-US"/>
          </a:p>
        </p:txBody>
      </p:sp>
      <p:sp>
        <p:nvSpPr>
          <p:cNvPr id="15" name="TextBox 14">
            <a:extLst>
              <a:ext uri="{FF2B5EF4-FFF2-40B4-BE49-F238E27FC236}">
                <a16:creationId xmlns:a16="http://schemas.microsoft.com/office/drawing/2014/main" id="{099CC9FF-289F-4CEA-6081-ACA5D30A0325}"/>
              </a:ext>
            </a:extLst>
          </p:cNvPr>
          <p:cNvSpPr txBox="1"/>
          <p:nvPr/>
        </p:nvSpPr>
        <p:spPr>
          <a:xfrm>
            <a:off x="368299" y="1936075"/>
            <a:ext cx="2713307" cy="1431161"/>
          </a:xfrm>
          <a:prstGeom prst="rect">
            <a:avLst/>
          </a:prstGeom>
          <a:solidFill>
            <a:srgbClr val="FFE8D4"/>
          </a:solidFill>
        </p:spPr>
        <p:txBody>
          <a:bodyPr wrap="square" lIns="91440" tIns="91440" rIns="91440" bIns="91440">
            <a:spAutoFit/>
          </a:bodyPr>
          <a:lstStyle/>
          <a:p>
            <a:pPr>
              <a:spcAft>
                <a:spcPts val="600"/>
              </a:spcAft>
            </a:pPr>
            <a:r>
              <a:rPr lang="en-US" sz="1400" b="1"/>
              <a:t>Receives a High-Level Objective</a:t>
            </a:r>
          </a:p>
          <a:p>
            <a:pPr>
              <a:spcAft>
                <a:spcPts val="600"/>
              </a:spcAft>
            </a:pPr>
            <a:r>
              <a:rPr lang="en-US" sz="1200"/>
              <a:t>The agent is tasked with a main goal, such as organizing customer data into dashboards, and can divide it into smaller, reasoned objectives.</a:t>
            </a:r>
          </a:p>
        </p:txBody>
      </p:sp>
      <p:sp>
        <p:nvSpPr>
          <p:cNvPr id="21" name="TextBox 20">
            <a:extLst>
              <a:ext uri="{FF2B5EF4-FFF2-40B4-BE49-F238E27FC236}">
                <a16:creationId xmlns:a16="http://schemas.microsoft.com/office/drawing/2014/main" id="{5C26716C-77FE-0668-E230-C0A9ECDA7D27}"/>
              </a:ext>
            </a:extLst>
          </p:cNvPr>
          <p:cNvSpPr txBox="1"/>
          <p:nvPr/>
        </p:nvSpPr>
        <p:spPr>
          <a:xfrm>
            <a:off x="3179493" y="1936074"/>
            <a:ext cx="2713307" cy="1435608"/>
          </a:xfrm>
          <a:prstGeom prst="rect">
            <a:avLst/>
          </a:prstGeom>
          <a:solidFill>
            <a:srgbClr val="EEEFF1"/>
          </a:solidFill>
        </p:spPr>
        <p:txBody>
          <a:bodyPr wrap="square" lIns="91440" tIns="91440" rIns="91440" bIns="91440">
            <a:spAutoFit/>
          </a:bodyPr>
          <a:lstStyle/>
          <a:p>
            <a:pPr>
              <a:spcAft>
                <a:spcPts val="600"/>
              </a:spcAft>
            </a:pPr>
            <a:r>
              <a:rPr lang="en-US" sz="1400" b="1"/>
              <a:t>Has Access to Tools</a:t>
            </a:r>
          </a:p>
          <a:p>
            <a:pPr>
              <a:spcAft>
                <a:spcPts val="600"/>
              </a:spcAft>
            </a:pPr>
            <a:r>
              <a:rPr lang="en-US" sz="1200"/>
              <a:t>The agent can use various tools, like APIs and databases, to complete its tasks.</a:t>
            </a:r>
          </a:p>
        </p:txBody>
      </p:sp>
      <p:sp>
        <p:nvSpPr>
          <p:cNvPr id="23" name="TextBox 22">
            <a:extLst>
              <a:ext uri="{FF2B5EF4-FFF2-40B4-BE49-F238E27FC236}">
                <a16:creationId xmlns:a16="http://schemas.microsoft.com/office/drawing/2014/main" id="{87F6F10C-7287-813C-3377-B58C984A9661}"/>
              </a:ext>
            </a:extLst>
          </p:cNvPr>
          <p:cNvSpPr txBox="1"/>
          <p:nvPr/>
        </p:nvSpPr>
        <p:spPr>
          <a:xfrm>
            <a:off x="368299" y="3492062"/>
            <a:ext cx="2713307" cy="1613484"/>
          </a:xfrm>
          <a:prstGeom prst="rect">
            <a:avLst/>
          </a:prstGeom>
          <a:solidFill>
            <a:srgbClr val="F5F7F8"/>
          </a:solidFill>
        </p:spPr>
        <p:txBody>
          <a:bodyPr wrap="square" lIns="91440" tIns="91440" rIns="91440" bIns="91440">
            <a:noAutofit/>
          </a:bodyPr>
          <a:lstStyle/>
          <a:p>
            <a:pPr>
              <a:spcAft>
                <a:spcPts val="600"/>
              </a:spcAft>
            </a:pPr>
            <a:r>
              <a:rPr lang="en-US" sz="1400" b="1"/>
              <a:t>Employs a Closed-Loop Feedback Mechanism</a:t>
            </a:r>
          </a:p>
          <a:p>
            <a:pPr>
              <a:spcAft>
                <a:spcPts val="600"/>
              </a:spcAft>
            </a:pPr>
            <a:r>
              <a:rPr lang="en-US" sz="1200"/>
              <a:t>The agent iterates by processing results, adjusting its plan with new information, and continues until the objective is achieved or a termination condition is met.</a:t>
            </a:r>
          </a:p>
        </p:txBody>
      </p:sp>
      <p:sp>
        <p:nvSpPr>
          <p:cNvPr id="25" name="TextBox 24">
            <a:extLst>
              <a:ext uri="{FF2B5EF4-FFF2-40B4-BE49-F238E27FC236}">
                <a16:creationId xmlns:a16="http://schemas.microsoft.com/office/drawing/2014/main" id="{4BFD3925-5992-B033-5F13-CE5D037382C1}"/>
              </a:ext>
            </a:extLst>
          </p:cNvPr>
          <p:cNvSpPr txBox="1"/>
          <p:nvPr/>
        </p:nvSpPr>
        <p:spPr>
          <a:xfrm>
            <a:off x="3179493" y="3492060"/>
            <a:ext cx="2713307" cy="1618488"/>
          </a:xfrm>
          <a:prstGeom prst="rect">
            <a:avLst/>
          </a:prstGeom>
          <a:solidFill>
            <a:srgbClr val="FFF5ED"/>
          </a:solidFill>
        </p:spPr>
        <p:txBody>
          <a:bodyPr wrap="square" lIns="91440" tIns="91440" rIns="91440" bIns="91440">
            <a:spAutoFit/>
          </a:bodyPr>
          <a:lstStyle/>
          <a:p>
            <a:pPr>
              <a:spcAft>
                <a:spcPts val="600"/>
              </a:spcAft>
            </a:pPr>
            <a:r>
              <a:rPr lang="en-US" sz="1400" b="1"/>
              <a:t>Leverages Reasoning Modules</a:t>
            </a:r>
          </a:p>
          <a:p>
            <a:pPr>
              <a:spcAft>
                <a:spcPts val="600"/>
              </a:spcAft>
            </a:pPr>
            <a:r>
              <a:rPr lang="en-US" sz="1200"/>
              <a:t>Using techniques like “chain-of-thought” prompting to systematically break down tasks, synthesize partial solutions, and work toward a complete solution.</a:t>
            </a:r>
          </a:p>
        </p:txBody>
      </p:sp>
      <p:sp>
        <p:nvSpPr>
          <p:cNvPr id="27" name="TextBox 26">
            <a:extLst>
              <a:ext uri="{FF2B5EF4-FFF2-40B4-BE49-F238E27FC236}">
                <a16:creationId xmlns:a16="http://schemas.microsoft.com/office/drawing/2014/main" id="{F65BE69F-0CFD-023C-73FB-3E4FF5B79B49}"/>
              </a:ext>
            </a:extLst>
          </p:cNvPr>
          <p:cNvSpPr txBox="1"/>
          <p:nvPr/>
        </p:nvSpPr>
        <p:spPr>
          <a:xfrm>
            <a:off x="368299" y="5265268"/>
            <a:ext cx="5515720" cy="1107996"/>
          </a:xfrm>
          <a:prstGeom prst="rect">
            <a:avLst/>
          </a:prstGeom>
          <a:noFill/>
        </p:spPr>
        <p:txBody>
          <a:bodyPr wrap="square" lIns="0" tIns="0" rIns="0" bIns="0">
            <a:spAutoFit/>
          </a:bodyPr>
          <a:lstStyle/>
          <a:p>
            <a:pPr>
              <a:spcAft>
                <a:spcPts val="600"/>
              </a:spcAft>
            </a:pPr>
            <a:r>
              <a:rPr lang="en-US" sz="1400" b="1"/>
              <a:t>Elevate with Multi-agent Frameworks:</a:t>
            </a:r>
          </a:p>
          <a:p>
            <a:pPr>
              <a:spcAft>
                <a:spcPts val="600"/>
              </a:spcAft>
            </a:pPr>
            <a:r>
              <a:rPr lang="en-US" sz="1200"/>
              <a:t>Multiple AI agents working together in the same environment.</a:t>
            </a:r>
          </a:p>
          <a:p>
            <a:pPr>
              <a:spcAft>
                <a:spcPts val="600"/>
              </a:spcAft>
            </a:pPr>
            <a:r>
              <a:rPr lang="en-US" sz="1200"/>
              <a:t>Each agent may have its own specific goal, and they can either cooperate with each other to achieve these goals or compete against each other. This makes the system more dynamic and reliable, but it can also introduce complexity.</a:t>
            </a:r>
          </a:p>
        </p:txBody>
      </p:sp>
      <p:cxnSp>
        <p:nvCxnSpPr>
          <p:cNvPr id="277" name="Straight Arrow Connector 276">
            <a:extLst>
              <a:ext uri="{FF2B5EF4-FFF2-40B4-BE49-F238E27FC236}">
                <a16:creationId xmlns:a16="http://schemas.microsoft.com/office/drawing/2014/main" id="{0865BE36-2107-391D-4A1D-3A6A7EF6E47F}"/>
              </a:ext>
            </a:extLst>
          </p:cNvPr>
          <p:cNvCxnSpPr>
            <a:cxnSpLocks/>
          </p:cNvCxnSpPr>
          <p:nvPr/>
        </p:nvCxnSpPr>
        <p:spPr>
          <a:xfrm>
            <a:off x="9438640" y="5919568"/>
            <a:ext cx="1033145" cy="0"/>
          </a:xfrm>
          <a:prstGeom prst="straightConnector1">
            <a:avLst/>
          </a:prstGeom>
          <a:noFill/>
          <a:ln w="12700" cap="flat" cmpd="sng" algn="ctr">
            <a:solidFill>
              <a:srgbClr val="A1A8B3"/>
            </a:solidFill>
            <a:prstDash val="dash"/>
            <a:miter lim="800000"/>
            <a:tailEnd type="triangle"/>
          </a:ln>
          <a:effectLst/>
        </p:spPr>
      </p:cxnSp>
      <p:sp>
        <p:nvSpPr>
          <p:cNvPr id="278" name="Rectangle 277">
            <a:extLst>
              <a:ext uri="{FF2B5EF4-FFF2-40B4-BE49-F238E27FC236}">
                <a16:creationId xmlns:a16="http://schemas.microsoft.com/office/drawing/2014/main" id="{4E27AE6D-5159-7F8A-92DF-A3A5C4B68E2A}"/>
              </a:ext>
            </a:extLst>
          </p:cNvPr>
          <p:cNvSpPr/>
          <p:nvPr/>
        </p:nvSpPr>
        <p:spPr>
          <a:xfrm>
            <a:off x="7382593" y="2131060"/>
            <a:ext cx="2974245" cy="182880"/>
          </a:xfrm>
          <a:prstGeom prst="rect">
            <a:avLst/>
          </a:prstGeom>
          <a:solidFill>
            <a:srgbClr val="FFCDA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000000"/>
                </a:solidFill>
                <a:effectLst/>
                <a:uLnTx/>
                <a:uFillTx/>
                <a:latin typeface="Arial"/>
                <a:ea typeface="+mn-ea"/>
                <a:cs typeface="+mn-cs"/>
              </a:rPr>
              <a:t>Risk Task / Objective</a:t>
            </a:r>
            <a:endParaRPr kumimoji="0" lang="en-US" sz="1050" b="0" i="0" u="none" strike="noStrike" kern="0" cap="none" spc="0" normalizeH="0" baseline="0" noProof="0">
              <a:ln>
                <a:noFill/>
              </a:ln>
              <a:solidFill>
                <a:srgbClr val="000000"/>
              </a:solidFill>
              <a:effectLst/>
              <a:uLnTx/>
              <a:uFillTx/>
              <a:latin typeface="Arial"/>
              <a:ea typeface="+mn-ea"/>
              <a:cs typeface="+mn-cs"/>
            </a:endParaRPr>
          </a:p>
        </p:txBody>
      </p:sp>
      <p:sp>
        <p:nvSpPr>
          <p:cNvPr id="279" name="Rectangle 278">
            <a:extLst>
              <a:ext uri="{FF2B5EF4-FFF2-40B4-BE49-F238E27FC236}">
                <a16:creationId xmlns:a16="http://schemas.microsoft.com/office/drawing/2014/main" id="{5AFE0E29-9D44-0B3D-141B-0CB6E0EA5CBB}"/>
              </a:ext>
            </a:extLst>
          </p:cNvPr>
          <p:cNvSpPr/>
          <p:nvPr/>
        </p:nvSpPr>
        <p:spPr>
          <a:xfrm>
            <a:off x="7385038" y="2422086"/>
            <a:ext cx="2971800" cy="762889"/>
          </a:xfrm>
          <a:prstGeom prst="rect">
            <a:avLst/>
          </a:prstGeom>
          <a:solidFill>
            <a:srgbClr val="EBEBEB"/>
          </a:solidFill>
          <a:ln w="1905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0000"/>
                </a:solidFill>
                <a:effectLst/>
                <a:uLnTx/>
                <a:uFillTx/>
                <a:latin typeface="Arial"/>
                <a:ea typeface="+mn-ea"/>
                <a:cs typeface="+mn-cs"/>
              </a:rPr>
              <a:t>Supervisor / Orchestrator </a:t>
            </a:r>
            <a:r>
              <a:rPr kumimoji="0" lang="en-US" sz="900" b="0" i="0" u="none" strike="noStrike" kern="0" cap="none" spc="0" normalizeH="0" baseline="0" noProof="0">
                <a:ln>
                  <a:noFill/>
                </a:ln>
                <a:solidFill>
                  <a:srgbClr val="000000"/>
                </a:solidFill>
                <a:effectLst/>
                <a:uLnTx/>
                <a:uFillTx/>
                <a:latin typeface="Arial"/>
                <a:ea typeface="+mn-ea"/>
                <a:cs typeface="+mn-cs"/>
              </a:rPr>
              <a:t>Agent</a:t>
            </a:r>
          </a:p>
        </p:txBody>
      </p:sp>
      <p:sp>
        <p:nvSpPr>
          <p:cNvPr id="280" name="TextBox 279">
            <a:extLst>
              <a:ext uri="{FF2B5EF4-FFF2-40B4-BE49-F238E27FC236}">
                <a16:creationId xmlns:a16="http://schemas.microsoft.com/office/drawing/2014/main" id="{2B768971-A8B2-E600-200E-FDE6E27C002F}"/>
              </a:ext>
            </a:extLst>
          </p:cNvPr>
          <p:cNvSpPr txBox="1"/>
          <p:nvPr/>
        </p:nvSpPr>
        <p:spPr>
          <a:xfrm>
            <a:off x="8017545" y="2632167"/>
            <a:ext cx="2242185" cy="526138"/>
          </a:xfrm>
          <a:prstGeom prst="rect">
            <a:avLst/>
          </a:prstGeom>
          <a:solidFill>
            <a:srgbClr val="FFFFFF"/>
          </a:solidFill>
          <a:ln>
            <a:noFill/>
          </a:ln>
        </p:spPr>
        <p:txBody>
          <a:bodyPr wrap="square" lIns="27432" tIns="27432" rIns="27432" bIns="27432" anchor="t" anchorCtr="0">
            <a:noAutofit/>
          </a:bodyPr>
          <a:lstStyle/>
          <a:p>
            <a:pPr marL="118872" marR="0" lvl="0" indent="-118872"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srgbClr val="424242"/>
                </a:solidFill>
                <a:effectLst/>
                <a:uLnTx/>
                <a:uFillTx/>
                <a:latin typeface="Arial"/>
              </a:rPr>
              <a:t>Task routing</a:t>
            </a:r>
          </a:p>
          <a:p>
            <a:pPr marL="118872" marR="0" lvl="0" indent="-118872"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srgbClr val="424242"/>
                </a:solidFill>
                <a:effectLst/>
                <a:uLnTx/>
                <a:uFillTx/>
                <a:latin typeface="Arial"/>
              </a:rPr>
              <a:t>Shared state management</a:t>
            </a:r>
          </a:p>
          <a:p>
            <a:pPr marL="118872" marR="0" lvl="0" indent="-118872"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srgbClr val="424242"/>
                </a:solidFill>
                <a:effectLst/>
                <a:uLnTx/>
                <a:uFillTx/>
                <a:latin typeface="Arial"/>
              </a:rPr>
              <a:t>Resolve conflicts / reach consensus</a:t>
            </a:r>
          </a:p>
          <a:p>
            <a:pPr marL="118872" marR="0" lvl="0" indent="-118872"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srgbClr val="424242"/>
                </a:solidFill>
                <a:effectLst/>
                <a:uLnTx/>
                <a:uFillTx/>
                <a:latin typeface="Arial"/>
              </a:rPr>
              <a:t>Escalation</a:t>
            </a:r>
          </a:p>
        </p:txBody>
      </p:sp>
      <p:sp>
        <p:nvSpPr>
          <p:cNvPr id="281" name="Rectangle 280">
            <a:extLst>
              <a:ext uri="{FF2B5EF4-FFF2-40B4-BE49-F238E27FC236}">
                <a16:creationId xmlns:a16="http://schemas.microsoft.com/office/drawing/2014/main" id="{1012D9B7-E154-1C0F-27DB-D24FD293B960}"/>
              </a:ext>
            </a:extLst>
          </p:cNvPr>
          <p:cNvSpPr/>
          <p:nvPr/>
        </p:nvSpPr>
        <p:spPr>
          <a:xfrm>
            <a:off x="7383815" y="3313796"/>
            <a:ext cx="2971800" cy="230832"/>
          </a:xfrm>
          <a:prstGeom prst="rect">
            <a:avLst/>
          </a:prstGeom>
          <a:solidFill>
            <a:srgbClr val="EBEBEB"/>
          </a:solidFill>
          <a:ln w="19050" cap="flat" cmpd="sng" algn="ctr">
            <a:noFill/>
            <a:prstDash val="solid"/>
            <a:miter lim="800000"/>
          </a:ln>
          <a:effectLst/>
        </p:spPr>
        <p:txBody>
          <a:bodyPr lIns="45720" tIns="45720" rIns="45720" bIns="45720" rtlCol="0" anchor="t"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0000"/>
                </a:solidFill>
                <a:effectLst/>
                <a:uLnTx/>
                <a:uFillTx/>
                <a:latin typeface="Arial"/>
                <a:ea typeface="+mn-ea"/>
                <a:cs typeface="+mn-cs"/>
              </a:rPr>
              <a:t>Decision Package</a:t>
            </a:r>
            <a:endParaRPr kumimoji="0" lang="en-US" sz="900" b="0" i="0" u="none" strike="noStrike" kern="0" cap="none" spc="0" normalizeH="0" baseline="0" noProof="0">
              <a:ln>
                <a:noFill/>
              </a:ln>
              <a:solidFill>
                <a:srgbClr val="000000"/>
              </a:solidFill>
              <a:effectLst/>
              <a:uLnTx/>
              <a:uFillTx/>
              <a:latin typeface="Arial"/>
              <a:ea typeface="+mn-ea"/>
              <a:cs typeface="+mn-cs"/>
            </a:endParaRPr>
          </a:p>
        </p:txBody>
      </p:sp>
      <p:sp>
        <p:nvSpPr>
          <p:cNvPr id="282" name="Rectangle 281">
            <a:extLst>
              <a:ext uri="{FF2B5EF4-FFF2-40B4-BE49-F238E27FC236}">
                <a16:creationId xmlns:a16="http://schemas.microsoft.com/office/drawing/2014/main" id="{86B07333-167F-2681-13B7-22B5FB58002D}"/>
              </a:ext>
            </a:extLst>
          </p:cNvPr>
          <p:cNvSpPr/>
          <p:nvPr/>
        </p:nvSpPr>
        <p:spPr>
          <a:xfrm>
            <a:off x="8116582" y="3937469"/>
            <a:ext cx="1506267" cy="281587"/>
          </a:xfrm>
          <a:prstGeom prst="rect">
            <a:avLst/>
          </a:prstGeom>
          <a:solidFill>
            <a:srgbClr val="EBEBEB"/>
          </a:solidFill>
          <a:ln w="19050" cap="flat" cmpd="sng" algn="ctr">
            <a:noFill/>
            <a:prstDash val="solid"/>
            <a:miter lim="800000"/>
          </a:ln>
          <a:effectLst/>
        </p:spPr>
        <p:txBody>
          <a:bodyPr lIns="45720" tIns="45720" rIns="45720" bIns="4572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0000"/>
                </a:solidFill>
                <a:effectLst/>
                <a:uLnTx/>
                <a:uFillTx/>
                <a:latin typeface="Arial"/>
                <a:ea typeface="+mn-ea"/>
                <a:cs typeface="+mn-cs"/>
              </a:rPr>
              <a:t>Updated Decision Package</a:t>
            </a:r>
            <a:endParaRPr kumimoji="0" lang="en-US" sz="900" b="0" i="0" u="none" strike="noStrike" kern="0" cap="none" spc="0" normalizeH="0" baseline="0" noProof="0">
              <a:ln>
                <a:noFill/>
              </a:ln>
              <a:solidFill>
                <a:srgbClr val="000000"/>
              </a:solidFill>
              <a:effectLst/>
              <a:uLnTx/>
              <a:uFillTx/>
              <a:latin typeface="Arial"/>
              <a:ea typeface="+mn-ea"/>
              <a:cs typeface="+mn-cs"/>
            </a:endParaRPr>
          </a:p>
        </p:txBody>
      </p:sp>
      <p:sp>
        <p:nvSpPr>
          <p:cNvPr id="283" name="Rectangle 282">
            <a:extLst>
              <a:ext uri="{FF2B5EF4-FFF2-40B4-BE49-F238E27FC236}">
                <a16:creationId xmlns:a16="http://schemas.microsoft.com/office/drawing/2014/main" id="{12A03FC5-F207-0DA1-9B79-975E5771655D}"/>
              </a:ext>
            </a:extLst>
          </p:cNvPr>
          <p:cNvSpPr/>
          <p:nvPr/>
        </p:nvSpPr>
        <p:spPr>
          <a:xfrm>
            <a:off x="10170812" y="3785466"/>
            <a:ext cx="1652888" cy="813802"/>
          </a:xfrm>
          <a:prstGeom prst="rect">
            <a:avLst/>
          </a:prstGeom>
          <a:solidFill>
            <a:srgbClr val="EBEBEB"/>
          </a:solidFill>
          <a:ln w="1905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0000"/>
                </a:solidFill>
                <a:effectLst/>
                <a:uLnTx/>
                <a:uFillTx/>
                <a:latin typeface="Arial"/>
                <a:ea typeface="+mn-ea"/>
                <a:cs typeface="+mn-cs"/>
              </a:rPr>
              <a:t>Human Review / Approval </a:t>
            </a:r>
            <a:endParaRPr kumimoji="0" lang="en-US" sz="900" b="0" i="0" u="none" strike="noStrike" kern="0" cap="none" spc="0" normalizeH="0" baseline="0" noProof="0">
              <a:ln>
                <a:noFill/>
              </a:ln>
              <a:solidFill>
                <a:srgbClr val="000000"/>
              </a:solidFill>
              <a:effectLst/>
              <a:uLnTx/>
              <a:uFillTx/>
              <a:latin typeface="Arial"/>
              <a:ea typeface="+mn-ea"/>
              <a:cs typeface="+mn-cs"/>
            </a:endParaRPr>
          </a:p>
        </p:txBody>
      </p:sp>
      <p:sp>
        <p:nvSpPr>
          <p:cNvPr id="284" name="TextBox 283">
            <a:extLst>
              <a:ext uri="{FF2B5EF4-FFF2-40B4-BE49-F238E27FC236}">
                <a16:creationId xmlns:a16="http://schemas.microsoft.com/office/drawing/2014/main" id="{EA2C043D-C9B6-814C-ED69-86D65DD96A03}"/>
              </a:ext>
            </a:extLst>
          </p:cNvPr>
          <p:cNvSpPr txBox="1"/>
          <p:nvPr/>
        </p:nvSpPr>
        <p:spPr>
          <a:xfrm>
            <a:off x="10286999" y="3996685"/>
            <a:ext cx="1480511" cy="550499"/>
          </a:xfrm>
          <a:prstGeom prst="rect">
            <a:avLst/>
          </a:prstGeom>
          <a:solidFill>
            <a:srgbClr val="FFFFFF"/>
          </a:solidFill>
          <a:ln>
            <a:noFill/>
          </a:ln>
        </p:spPr>
        <p:txBody>
          <a:bodyPr wrap="square" lIns="27432" tIns="27432" rIns="27432" bIns="27432" anchor="ctr" anchorCtr="0">
            <a:noAutofit/>
          </a:bodyPr>
          <a:lstStyle/>
          <a:p>
            <a:pPr marL="118872" marR="0" lvl="0" indent="-118872"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srgbClr val="424242"/>
                </a:solidFill>
                <a:effectLst/>
                <a:uLnTx/>
                <a:uFillTx/>
                <a:latin typeface="Arial"/>
              </a:rPr>
              <a:t>Create/update cases</a:t>
            </a:r>
          </a:p>
          <a:p>
            <a:pPr marL="118872" marR="0" lvl="0" indent="-118872"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srgbClr val="424242"/>
                </a:solidFill>
                <a:effectLst/>
                <a:uLnTx/>
                <a:uFillTx/>
                <a:latin typeface="Arial"/>
              </a:rPr>
              <a:t>Attach evidence</a:t>
            </a:r>
          </a:p>
          <a:p>
            <a:pPr marL="118872" marR="0" lvl="0" indent="-118872"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srgbClr val="424242"/>
                </a:solidFill>
                <a:effectLst/>
                <a:uLnTx/>
                <a:uFillTx/>
                <a:latin typeface="Arial"/>
              </a:rPr>
              <a:t>Route approvals / Trigger workflows</a:t>
            </a:r>
          </a:p>
        </p:txBody>
      </p:sp>
      <p:sp>
        <p:nvSpPr>
          <p:cNvPr id="285" name="Rectangle: Rounded Corners 284">
            <a:extLst>
              <a:ext uri="{FF2B5EF4-FFF2-40B4-BE49-F238E27FC236}">
                <a16:creationId xmlns:a16="http://schemas.microsoft.com/office/drawing/2014/main" id="{F578ACBE-0DBB-0994-2C76-EA7FE6E927D0}"/>
              </a:ext>
            </a:extLst>
          </p:cNvPr>
          <p:cNvSpPr/>
          <p:nvPr/>
        </p:nvSpPr>
        <p:spPr>
          <a:xfrm>
            <a:off x="6177929" y="3597558"/>
            <a:ext cx="1542877" cy="196884"/>
          </a:xfrm>
          <a:prstGeom prst="roundRect">
            <a:avLst>
              <a:gd name="adj" fmla="val 0"/>
            </a:avLst>
          </a:prstGeom>
          <a:noFill/>
          <a:ln w="19050" cap="flat" cmpd="sng" algn="ctr">
            <a:solidFill>
              <a:srgbClr val="A1A8B3"/>
            </a:solidFill>
            <a:prstDash val="solid"/>
            <a:miter lim="800000"/>
          </a:ln>
          <a:effectLst/>
        </p:spPr>
        <p:txBody>
          <a:bodyPr lIns="45720" tIns="45720" rIns="45720" bIns="4572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0000"/>
                </a:solidFill>
                <a:effectLst/>
                <a:uLnTx/>
                <a:uFillTx/>
                <a:latin typeface="Arial"/>
                <a:ea typeface="+mn-ea"/>
                <a:cs typeface="+mn-cs"/>
              </a:rPr>
              <a:t>Monitor/Feedback</a:t>
            </a:r>
            <a:endParaRPr kumimoji="0" lang="en-US" sz="900" b="0" i="0" u="none" strike="noStrike" kern="0" cap="none" spc="0" normalizeH="0" baseline="0" noProof="0">
              <a:ln>
                <a:noFill/>
              </a:ln>
              <a:solidFill>
                <a:srgbClr val="000000"/>
              </a:solidFill>
              <a:effectLst/>
              <a:uLnTx/>
              <a:uFillTx/>
              <a:latin typeface="Arial"/>
              <a:ea typeface="+mn-ea"/>
              <a:cs typeface="+mn-cs"/>
            </a:endParaRPr>
          </a:p>
        </p:txBody>
      </p:sp>
      <p:sp>
        <p:nvSpPr>
          <p:cNvPr id="286" name="Rectangle 285">
            <a:extLst>
              <a:ext uri="{FF2B5EF4-FFF2-40B4-BE49-F238E27FC236}">
                <a16:creationId xmlns:a16="http://schemas.microsoft.com/office/drawing/2014/main" id="{97460F8E-CB18-834A-3556-DAA444955C85}"/>
              </a:ext>
            </a:extLst>
          </p:cNvPr>
          <p:cNvSpPr/>
          <p:nvPr/>
        </p:nvSpPr>
        <p:spPr>
          <a:xfrm>
            <a:off x="9480804" y="4617867"/>
            <a:ext cx="923544" cy="849229"/>
          </a:xfrm>
          <a:prstGeom prst="rect">
            <a:avLst/>
          </a:prstGeom>
          <a:solidFill>
            <a:srgbClr val="EBEBEB"/>
          </a:solidFill>
          <a:ln w="19050" cap="flat" cmpd="sng" algn="ctr">
            <a:noFill/>
            <a:prstDash val="solid"/>
            <a:miter lim="800000"/>
          </a:ln>
          <a:effectLst/>
        </p:spPr>
        <p:txBody>
          <a:bodyPr lIns="18288" tIns="36576" rIns="18288" bIns="64008"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0000"/>
                </a:solidFill>
                <a:effectLst/>
                <a:uLnTx/>
                <a:uFillTx/>
                <a:latin typeface="Arial"/>
                <a:ea typeface="+mn-ea"/>
                <a:cs typeface="+mn-cs"/>
              </a:rPr>
              <a:t>Model Risk</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000000"/>
                </a:solidFill>
                <a:effectLst/>
                <a:uLnTx/>
                <a:uFillTx/>
                <a:latin typeface="Arial"/>
                <a:ea typeface="+mn-ea"/>
                <a:cs typeface="+mn-cs"/>
              </a:rPr>
              <a:t>Documentation </a:t>
            </a:r>
            <a:r>
              <a:rPr kumimoji="0" lang="en-US" sz="800" b="0" i="0" u="none" strike="noStrike" kern="0" cap="none" spc="0" normalizeH="0" baseline="0" noProof="0">
                <a:ln>
                  <a:noFill/>
                </a:ln>
                <a:solidFill>
                  <a:srgbClr val="000000"/>
                </a:solidFill>
                <a:effectLst/>
                <a:uLnTx/>
                <a:uFillTx/>
                <a:latin typeface="Arial"/>
                <a:ea typeface="+mn-ea"/>
                <a:cs typeface="+mn-cs"/>
              </a:rPr>
              <a:t>Agent</a:t>
            </a:r>
          </a:p>
        </p:txBody>
      </p:sp>
      <p:sp>
        <p:nvSpPr>
          <p:cNvPr id="287" name="Rectangle 286">
            <a:extLst>
              <a:ext uri="{FF2B5EF4-FFF2-40B4-BE49-F238E27FC236}">
                <a16:creationId xmlns:a16="http://schemas.microsoft.com/office/drawing/2014/main" id="{CCADE687-90EB-6225-FC19-4AB198F69648}"/>
              </a:ext>
            </a:extLst>
          </p:cNvPr>
          <p:cNvSpPr/>
          <p:nvPr/>
        </p:nvSpPr>
        <p:spPr>
          <a:xfrm>
            <a:off x="10471785" y="4719105"/>
            <a:ext cx="1351915" cy="1361020"/>
          </a:xfrm>
          <a:prstGeom prst="rect">
            <a:avLst/>
          </a:prstGeom>
          <a:solidFill>
            <a:srgbClr val="FFE8D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ea typeface="+mn-ea"/>
              <a:cs typeface="+mn-cs"/>
            </a:endParaRPr>
          </a:p>
        </p:txBody>
      </p:sp>
      <p:sp>
        <p:nvSpPr>
          <p:cNvPr id="288" name="Rectangle 287">
            <a:extLst>
              <a:ext uri="{FF2B5EF4-FFF2-40B4-BE49-F238E27FC236}">
                <a16:creationId xmlns:a16="http://schemas.microsoft.com/office/drawing/2014/main" id="{627EF968-DC49-9694-F91A-E79C3536A9AB}"/>
              </a:ext>
            </a:extLst>
          </p:cNvPr>
          <p:cNvSpPr/>
          <p:nvPr/>
        </p:nvSpPr>
        <p:spPr>
          <a:xfrm>
            <a:off x="6169707" y="4617867"/>
            <a:ext cx="926592" cy="849229"/>
          </a:xfrm>
          <a:prstGeom prst="rect">
            <a:avLst/>
          </a:prstGeom>
          <a:solidFill>
            <a:srgbClr val="FFE8D4"/>
          </a:solidFill>
          <a:ln w="19050" cap="flat" cmpd="sng" algn="ctr">
            <a:noFill/>
            <a:prstDash val="solid"/>
            <a:miter lim="800000"/>
          </a:ln>
          <a:effectLst/>
        </p:spPr>
        <p:txBody>
          <a:bodyPr lIns="18288" tIns="36576" rIns="18288" bIns="64008"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0000"/>
                </a:solidFill>
                <a:effectLst/>
                <a:uLnTx/>
                <a:uFillTx/>
                <a:latin typeface="Arial"/>
                <a:ea typeface="+mn-ea"/>
                <a:cs typeface="+mn-cs"/>
              </a:rPr>
              <a:t>Evidence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rial"/>
                <a:ea typeface="+mn-ea"/>
                <a:cs typeface="+mn-cs"/>
              </a:rPr>
              <a:t>Collector Agent</a:t>
            </a:r>
          </a:p>
        </p:txBody>
      </p:sp>
      <p:pic>
        <p:nvPicPr>
          <p:cNvPr id="289" name="Graphic 288">
            <a:extLst>
              <a:ext uri="{FF2B5EF4-FFF2-40B4-BE49-F238E27FC236}">
                <a16:creationId xmlns:a16="http://schemas.microsoft.com/office/drawing/2014/main" id="{5B82C438-A966-2A2F-8420-B017438B2A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50123" y="5066186"/>
            <a:ext cx="365760" cy="365760"/>
          </a:xfrm>
          <a:prstGeom prst="rect">
            <a:avLst/>
          </a:prstGeom>
        </p:spPr>
      </p:pic>
      <p:sp>
        <p:nvSpPr>
          <p:cNvPr id="290" name="Rectangle 289">
            <a:extLst>
              <a:ext uri="{FF2B5EF4-FFF2-40B4-BE49-F238E27FC236}">
                <a16:creationId xmlns:a16="http://schemas.microsoft.com/office/drawing/2014/main" id="{B3D1A2D8-5FAE-72D1-FD92-D8B96A378403}"/>
              </a:ext>
            </a:extLst>
          </p:cNvPr>
          <p:cNvSpPr/>
          <p:nvPr/>
        </p:nvSpPr>
        <p:spPr>
          <a:xfrm>
            <a:off x="7275438" y="4617867"/>
            <a:ext cx="923544" cy="849229"/>
          </a:xfrm>
          <a:prstGeom prst="rect">
            <a:avLst/>
          </a:prstGeom>
          <a:solidFill>
            <a:srgbClr val="EBEBEB"/>
          </a:solidFill>
          <a:ln w="19050" cap="flat" cmpd="sng" algn="ctr">
            <a:noFill/>
            <a:prstDash val="solid"/>
            <a:miter lim="800000"/>
          </a:ln>
          <a:effectLst/>
        </p:spPr>
        <p:txBody>
          <a:bodyPr lIns="18288" tIns="36576" rIns="18288" bIns="64008"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0000"/>
                </a:solidFill>
                <a:effectLst/>
                <a:uLnTx/>
                <a:uFillTx/>
                <a:latin typeface="Arial"/>
                <a:ea typeface="+mn-ea"/>
                <a:cs typeface="+mn-cs"/>
              </a:rPr>
              <a:t>Control</a:t>
            </a:r>
            <a:br>
              <a:rPr kumimoji="0" lang="en-US" sz="900" b="0" i="0" u="none" strike="noStrike" kern="0" cap="none" spc="0" normalizeH="0" baseline="0" noProof="0">
                <a:ln>
                  <a:noFill/>
                </a:ln>
                <a:solidFill>
                  <a:srgbClr val="000000"/>
                </a:solidFill>
                <a:effectLst/>
                <a:uLnTx/>
                <a:uFillTx/>
                <a:latin typeface="Arial"/>
                <a:ea typeface="+mn-ea"/>
                <a:cs typeface="+mn-cs"/>
              </a:rPr>
            </a:br>
            <a:r>
              <a:rPr kumimoji="0" lang="en-US" sz="800" b="0" i="0" u="none" strike="noStrike" kern="0" cap="none" spc="0" normalizeH="0" baseline="0" noProof="0">
                <a:ln>
                  <a:noFill/>
                </a:ln>
                <a:solidFill>
                  <a:srgbClr val="000000"/>
                </a:solidFill>
                <a:effectLst/>
                <a:uLnTx/>
                <a:uFillTx/>
                <a:latin typeface="Arial"/>
                <a:ea typeface="+mn-ea"/>
                <a:cs typeface="+mn-cs"/>
              </a:rPr>
              <a:t>Tester Agent</a:t>
            </a:r>
          </a:p>
        </p:txBody>
      </p:sp>
      <p:pic>
        <p:nvPicPr>
          <p:cNvPr id="291" name="Graphic 290">
            <a:extLst>
              <a:ext uri="{FF2B5EF4-FFF2-40B4-BE49-F238E27FC236}">
                <a16:creationId xmlns:a16="http://schemas.microsoft.com/office/drawing/2014/main" id="{D3C4E171-B1E1-03B2-0577-36A4815E69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23349" y="5066186"/>
            <a:ext cx="365760" cy="365760"/>
          </a:xfrm>
          <a:prstGeom prst="rect">
            <a:avLst/>
          </a:prstGeom>
        </p:spPr>
      </p:pic>
      <p:sp>
        <p:nvSpPr>
          <p:cNvPr id="292" name="Rectangle 291">
            <a:extLst>
              <a:ext uri="{FF2B5EF4-FFF2-40B4-BE49-F238E27FC236}">
                <a16:creationId xmlns:a16="http://schemas.microsoft.com/office/drawing/2014/main" id="{EF1D8A1F-6681-9713-D6A8-28CB116F9AB8}"/>
              </a:ext>
            </a:extLst>
          </p:cNvPr>
          <p:cNvSpPr/>
          <p:nvPr/>
        </p:nvSpPr>
        <p:spPr>
          <a:xfrm>
            <a:off x="8407943" y="4617867"/>
            <a:ext cx="923544" cy="849229"/>
          </a:xfrm>
          <a:prstGeom prst="rect">
            <a:avLst/>
          </a:prstGeom>
          <a:solidFill>
            <a:srgbClr val="EBEBEB"/>
          </a:solidFill>
          <a:ln w="19050" cap="flat" cmpd="sng" algn="ctr">
            <a:noFill/>
            <a:prstDash val="solid"/>
            <a:miter lim="800000"/>
          </a:ln>
          <a:effectLst/>
        </p:spPr>
        <p:txBody>
          <a:bodyPr lIns="18288" tIns="36576" rIns="18288" bIns="64008"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0000"/>
                </a:solidFill>
                <a:effectLst/>
                <a:uLnTx/>
                <a:uFillTx/>
                <a:latin typeface="Arial"/>
                <a:ea typeface="+mn-ea"/>
                <a:cs typeface="+mn-cs"/>
              </a:rPr>
              <a:t>Regulatory</a:t>
            </a:r>
            <a:br>
              <a:rPr kumimoji="0" lang="en-US" sz="900" b="0" i="0" u="none" strike="noStrike" kern="0" cap="none" spc="0" normalizeH="0" baseline="0" noProof="0">
                <a:ln>
                  <a:noFill/>
                </a:ln>
                <a:solidFill>
                  <a:srgbClr val="000000"/>
                </a:solidFill>
                <a:effectLst/>
                <a:uLnTx/>
                <a:uFillTx/>
                <a:latin typeface="Arial"/>
                <a:ea typeface="+mn-ea"/>
                <a:cs typeface="+mn-cs"/>
              </a:rPr>
            </a:br>
            <a:r>
              <a:rPr kumimoji="0" lang="en-US" sz="800" b="0" i="0" u="none" strike="noStrike" kern="0" cap="none" spc="0" normalizeH="0" baseline="0" noProof="0">
                <a:ln>
                  <a:noFill/>
                </a:ln>
                <a:solidFill>
                  <a:srgbClr val="000000"/>
                </a:solidFill>
                <a:effectLst/>
                <a:uLnTx/>
                <a:uFillTx/>
                <a:latin typeface="Arial"/>
                <a:ea typeface="+mn-ea"/>
                <a:cs typeface="+mn-cs"/>
              </a:rPr>
              <a:t>Mapper Agent</a:t>
            </a:r>
            <a:endParaRPr kumimoji="0" lang="en-US" sz="900" b="0" i="0" u="none" strike="noStrike" kern="0" cap="none" spc="0" normalizeH="0" baseline="0" noProof="0">
              <a:ln>
                <a:noFill/>
              </a:ln>
              <a:solidFill>
                <a:srgbClr val="000000"/>
              </a:solidFill>
              <a:effectLst/>
              <a:uLnTx/>
              <a:uFillTx/>
              <a:latin typeface="Arial"/>
              <a:ea typeface="+mn-ea"/>
              <a:cs typeface="+mn-cs"/>
            </a:endParaRPr>
          </a:p>
        </p:txBody>
      </p:sp>
      <p:pic>
        <p:nvPicPr>
          <p:cNvPr id="293" name="Graphic 292">
            <a:extLst>
              <a:ext uri="{FF2B5EF4-FFF2-40B4-BE49-F238E27FC236}">
                <a16:creationId xmlns:a16="http://schemas.microsoft.com/office/drawing/2014/main" id="{B491F907-B338-BD58-567A-4A6F960567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86835" y="5066186"/>
            <a:ext cx="365760" cy="365760"/>
          </a:xfrm>
          <a:prstGeom prst="rect">
            <a:avLst/>
          </a:prstGeom>
        </p:spPr>
      </p:pic>
      <p:pic>
        <p:nvPicPr>
          <p:cNvPr id="294" name="Graphic 293">
            <a:extLst>
              <a:ext uri="{FF2B5EF4-FFF2-40B4-BE49-F238E27FC236}">
                <a16:creationId xmlns:a16="http://schemas.microsoft.com/office/drawing/2014/main" id="{A5230311-72EE-C5BF-66F6-6075DE42B17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59696" y="5066186"/>
            <a:ext cx="365760" cy="365760"/>
          </a:xfrm>
          <a:prstGeom prst="rect">
            <a:avLst/>
          </a:prstGeom>
        </p:spPr>
      </p:pic>
      <p:sp>
        <p:nvSpPr>
          <p:cNvPr id="295" name="Rectangle 294">
            <a:extLst>
              <a:ext uri="{FF2B5EF4-FFF2-40B4-BE49-F238E27FC236}">
                <a16:creationId xmlns:a16="http://schemas.microsoft.com/office/drawing/2014/main" id="{F55E7F49-0AF2-F7D5-19DB-95F4AC3A80FB}"/>
              </a:ext>
            </a:extLst>
          </p:cNvPr>
          <p:cNvSpPr/>
          <p:nvPr/>
        </p:nvSpPr>
        <p:spPr>
          <a:xfrm>
            <a:off x="10926154" y="4820990"/>
            <a:ext cx="841357" cy="175433"/>
          </a:xfrm>
          <a:prstGeom prst="rect">
            <a:avLst/>
          </a:prstGeom>
          <a:noFill/>
          <a:ln w="19050" cap="flat" cmpd="sng" algn="ctr">
            <a:noFill/>
            <a:prstDash val="solid"/>
            <a:miter lim="800000"/>
          </a:ln>
          <a:effectLst/>
        </p:spPr>
        <p:txBody>
          <a:bodyPr wrap="square" lIns="18288" tIns="18288" rIns="18288" bIns="18288" rtlCol="0"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0000"/>
                </a:solidFill>
                <a:effectLst/>
                <a:uLnTx/>
                <a:uFillTx/>
                <a:latin typeface="Arial"/>
                <a:ea typeface="+mn-ea"/>
                <a:cs typeface="+mn-cs"/>
              </a:rPr>
              <a:t>Final Outcome</a:t>
            </a:r>
          </a:p>
        </p:txBody>
      </p:sp>
      <p:sp>
        <p:nvSpPr>
          <p:cNvPr id="296" name="TextBox 295">
            <a:extLst>
              <a:ext uri="{FF2B5EF4-FFF2-40B4-BE49-F238E27FC236}">
                <a16:creationId xmlns:a16="http://schemas.microsoft.com/office/drawing/2014/main" id="{B34FAE81-E084-B808-79AA-4F8B4811106B}"/>
              </a:ext>
            </a:extLst>
          </p:cNvPr>
          <p:cNvSpPr txBox="1"/>
          <p:nvPr/>
        </p:nvSpPr>
        <p:spPr>
          <a:xfrm>
            <a:off x="10568894" y="5142153"/>
            <a:ext cx="1198618" cy="641201"/>
          </a:xfrm>
          <a:prstGeom prst="rect">
            <a:avLst/>
          </a:prstGeom>
          <a:noFill/>
          <a:ln>
            <a:noFill/>
          </a:ln>
        </p:spPr>
        <p:txBody>
          <a:bodyPr wrap="square" lIns="0" tIns="0" rIns="0" bIns="45720" anchor="t" anchorCtr="0">
            <a:spAutoFit/>
          </a:bodyPr>
          <a:lstStyle/>
          <a:p>
            <a:pPr marL="118872" marR="0" lvl="0" indent="-118872" defTabSz="91440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800" b="0" i="0" u="none" strike="noStrike" kern="0" cap="none" spc="0" normalizeH="0" baseline="0" noProof="0">
                <a:ln>
                  <a:noFill/>
                </a:ln>
                <a:solidFill>
                  <a:srgbClr val="000000"/>
                </a:solidFill>
                <a:effectLst/>
                <a:uLnTx/>
                <a:uFillTx/>
                <a:latin typeface="Arial"/>
              </a:rPr>
              <a:t>Updated case/ticket</a:t>
            </a:r>
          </a:p>
          <a:p>
            <a:pPr marL="118872" marR="0" lvl="0" indent="-118872" defTabSz="91440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800" b="0" i="0" u="none" strike="noStrike" kern="0" cap="none" spc="0" normalizeH="0" baseline="0" noProof="0">
                <a:ln>
                  <a:noFill/>
                </a:ln>
                <a:solidFill>
                  <a:srgbClr val="000000"/>
                </a:solidFill>
                <a:effectLst/>
                <a:uLnTx/>
                <a:uFillTx/>
                <a:latin typeface="Arial"/>
              </a:rPr>
              <a:t>Evidence pack</a:t>
            </a:r>
          </a:p>
          <a:p>
            <a:pPr marL="118872" marR="0" lvl="0" indent="-118872" defTabSz="91440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800" b="0" i="0" u="none" strike="noStrike" kern="0" cap="none" spc="0" normalizeH="0" baseline="0" noProof="0">
                <a:ln>
                  <a:noFill/>
                </a:ln>
                <a:solidFill>
                  <a:srgbClr val="000000"/>
                </a:solidFill>
                <a:effectLst/>
                <a:uLnTx/>
                <a:uFillTx/>
                <a:latin typeface="Arial"/>
              </a:rPr>
              <a:t>Route approvals / Trigger workflows</a:t>
            </a:r>
          </a:p>
        </p:txBody>
      </p:sp>
      <p:pic>
        <p:nvPicPr>
          <p:cNvPr id="297" name="Graphic 296">
            <a:extLst>
              <a:ext uri="{FF2B5EF4-FFF2-40B4-BE49-F238E27FC236}">
                <a16:creationId xmlns:a16="http://schemas.microsoft.com/office/drawing/2014/main" id="{EE27B247-6E89-7D22-D5A7-41DFE676B1E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16090" y="4725826"/>
            <a:ext cx="365760" cy="365760"/>
          </a:xfrm>
          <a:prstGeom prst="rect">
            <a:avLst/>
          </a:prstGeom>
        </p:spPr>
      </p:pic>
      <p:sp>
        <p:nvSpPr>
          <p:cNvPr id="298" name="Cylinder 297">
            <a:extLst>
              <a:ext uri="{FF2B5EF4-FFF2-40B4-BE49-F238E27FC236}">
                <a16:creationId xmlns:a16="http://schemas.microsoft.com/office/drawing/2014/main" id="{71E2BD03-CCEE-DBB6-7884-29C580C96D8D}"/>
              </a:ext>
            </a:extLst>
          </p:cNvPr>
          <p:cNvSpPr/>
          <p:nvPr/>
        </p:nvSpPr>
        <p:spPr>
          <a:xfrm>
            <a:off x="7420142" y="5837062"/>
            <a:ext cx="2165818" cy="242092"/>
          </a:xfrm>
          <a:prstGeom prst="can">
            <a:avLst/>
          </a:prstGeom>
          <a:solidFill>
            <a:srgbClr val="CBD1D6"/>
          </a:solidFill>
          <a:ln w="1905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Arial"/>
                <a:ea typeface="+mn-ea"/>
                <a:cs typeface="+mn-cs"/>
              </a:rPr>
              <a:t>Shared State</a:t>
            </a:r>
            <a:endParaRPr kumimoji="0" lang="en-US" sz="800" b="0" i="0" u="none" strike="noStrike" kern="0" cap="none" spc="0" normalizeH="0" baseline="0" noProof="0">
              <a:ln>
                <a:noFill/>
              </a:ln>
              <a:solidFill>
                <a:srgbClr val="000000"/>
              </a:solidFill>
              <a:effectLst/>
              <a:uLnTx/>
              <a:uFillTx/>
              <a:latin typeface="Arial"/>
              <a:ea typeface="+mn-ea"/>
              <a:cs typeface="+mn-cs"/>
            </a:endParaRPr>
          </a:p>
        </p:txBody>
      </p:sp>
      <p:sp>
        <p:nvSpPr>
          <p:cNvPr id="299" name="Rectangle: Rounded Corners 298">
            <a:extLst>
              <a:ext uri="{FF2B5EF4-FFF2-40B4-BE49-F238E27FC236}">
                <a16:creationId xmlns:a16="http://schemas.microsoft.com/office/drawing/2014/main" id="{049B1722-A4F6-9AC2-EF47-CCD8EA5DF98E}"/>
              </a:ext>
            </a:extLst>
          </p:cNvPr>
          <p:cNvSpPr/>
          <p:nvPr/>
        </p:nvSpPr>
        <p:spPr>
          <a:xfrm>
            <a:off x="6713821" y="6166037"/>
            <a:ext cx="3684939" cy="158770"/>
          </a:xfrm>
          <a:prstGeom prst="roundRect">
            <a:avLst>
              <a:gd name="adj" fmla="val 0"/>
            </a:avLst>
          </a:prstGeom>
          <a:noFill/>
          <a:ln w="19050" cap="flat" cmpd="sng" algn="ctr">
            <a:solidFill>
              <a:srgbClr val="A1A8B3"/>
            </a:solidFill>
            <a:prstDash val="solid"/>
            <a:miter lim="800000"/>
          </a:ln>
          <a:effectLst/>
        </p:spPr>
        <p:txBody>
          <a:bodyPr lIns="45720" rIns="4572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0000"/>
                </a:solidFill>
                <a:effectLst/>
                <a:uLnTx/>
                <a:uFillTx/>
                <a:latin typeface="Arial"/>
                <a:ea typeface="+mn-ea"/>
                <a:cs typeface="+mn-cs"/>
              </a:rPr>
              <a:t>Enterprise Systems &amp; Data Sources </a:t>
            </a:r>
            <a:r>
              <a:rPr kumimoji="0" lang="en-US" sz="800" b="0" i="0" u="none" strike="noStrike" kern="0" cap="none" spc="0" normalizeH="0" baseline="0" noProof="0">
                <a:ln>
                  <a:noFill/>
                </a:ln>
                <a:solidFill>
                  <a:srgbClr val="000000"/>
                </a:solidFill>
                <a:effectLst/>
                <a:uLnTx/>
                <a:uFillTx/>
                <a:latin typeface="Arial"/>
                <a:ea typeface="+mn-ea"/>
                <a:cs typeface="+mn-cs"/>
              </a:rPr>
              <a:t>(GRC, Case </a:t>
            </a:r>
            <a:r>
              <a:rPr lang="en-US" sz="800" kern="0">
                <a:solidFill>
                  <a:srgbClr val="000000"/>
                </a:solidFill>
                <a:latin typeface="Arial"/>
              </a:rPr>
              <a:t>M</a:t>
            </a:r>
            <a:r>
              <a:rPr kumimoji="0" lang="en-US" sz="800" b="0" i="0" u="none" strike="noStrike" kern="0" cap="none" spc="0" normalizeH="0" baseline="0" noProof="0" err="1">
                <a:ln>
                  <a:noFill/>
                </a:ln>
                <a:solidFill>
                  <a:srgbClr val="000000"/>
                </a:solidFill>
                <a:effectLst/>
                <a:uLnTx/>
                <a:uFillTx/>
                <a:latin typeface="Arial"/>
                <a:ea typeface="+mn-ea"/>
                <a:cs typeface="+mn-cs"/>
              </a:rPr>
              <a:t>gmt</a:t>
            </a:r>
            <a:r>
              <a:rPr kumimoji="0" lang="en-US" sz="800" b="0" i="0" u="none" strike="noStrike" kern="0" cap="none" spc="0" normalizeH="0" baseline="0" noProof="0">
                <a:ln>
                  <a:noFill/>
                </a:ln>
                <a:solidFill>
                  <a:srgbClr val="000000"/>
                </a:solidFill>
                <a:effectLst/>
                <a:uLnTx/>
                <a:uFillTx/>
                <a:latin typeface="Arial"/>
                <a:ea typeface="+mn-ea"/>
                <a:cs typeface="+mn-cs"/>
              </a:rPr>
              <a:t>, policies, logs)</a:t>
            </a:r>
          </a:p>
        </p:txBody>
      </p:sp>
      <p:sp>
        <p:nvSpPr>
          <p:cNvPr id="300" name="Rectangle 299">
            <a:extLst>
              <a:ext uri="{FF2B5EF4-FFF2-40B4-BE49-F238E27FC236}">
                <a16:creationId xmlns:a16="http://schemas.microsoft.com/office/drawing/2014/main" id="{F5BFEEDC-72A3-3ACD-F44B-6B85519C9600}"/>
              </a:ext>
            </a:extLst>
          </p:cNvPr>
          <p:cNvSpPr/>
          <p:nvPr/>
        </p:nvSpPr>
        <p:spPr>
          <a:xfrm>
            <a:off x="6169707" y="1406525"/>
            <a:ext cx="5483860" cy="182880"/>
          </a:xfrm>
          <a:prstGeom prst="rect">
            <a:avLst/>
          </a:prstGeom>
          <a:solidFill>
            <a:srgbClr val="FFCDA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000000"/>
                </a:solidFill>
                <a:effectLst/>
                <a:uLnTx/>
                <a:uFillTx/>
                <a:latin typeface="Arial"/>
                <a:ea typeface="+mn-ea"/>
                <a:cs typeface="+mn-cs"/>
              </a:rPr>
              <a:t>Governance &amp; Guardrails</a:t>
            </a:r>
            <a:endParaRPr kumimoji="0" lang="en-US" sz="1050" b="0" i="0" u="none" strike="noStrike" kern="0" cap="none" spc="0" normalizeH="0" baseline="0" noProof="0">
              <a:ln>
                <a:noFill/>
              </a:ln>
              <a:solidFill>
                <a:srgbClr val="000000"/>
              </a:solidFill>
              <a:effectLst/>
              <a:uLnTx/>
              <a:uFillTx/>
              <a:latin typeface="Arial"/>
              <a:ea typeface="+mn-ea"/>
              <a:cs typeface="+mn-cs"/>
            </a:endParaRPr>
          </a:p>
        </p:txBody>
      </p:sp>
      <p:sp>
        <p:nvSpPr>
          <p:cNvPr id="301" name="Rectangle 300">
            <a:extLst>
              <a:ext uri="{FF2B5EF4-FFF2-40B4-BE49-F238E27FC236}">
                <a16:creationId xmlns:a16="http://schemas.microsoft.com/office/drawing/2014/main" id="{A8260C1A-9E2D-B3BB-076B-FBECA56B1ABE}"/>
              </a:ext>
            </a:extLst>
          </p:cNvPr>
          <p:cNvSpPr/>
          <p:nvPr/>
        </p:nvSpPr>
        <p:spPr>
          <a:xfrm>
            <a:off x="6169707" y="1593645"/>
            <a:ext cx="5483860" cy="431751"/>
          </a:xfrm>
          <a:prstGeom prst="rect">
            <a:avLst/>
          </a:prstGeom>
          <a:solidFill>
            <a:srgbClr val="EBEBEB"/>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ea typeface="+mn-ea"/>
              <a:cs typeface="+mn-cs"/>
            </a:endParaRPr>
          </a:p>
        </p:txBody>
      </p:sp>
      <p:sp>
        <p:nvSpPr>
          <p:cNvPr id="302" name="TextBox 301">
            <a:extLst>
              <a:ext uri="{FF2B5EF4-FFF2-40B4-BE49-F238E27FC236}">
                <a16:creationId xmlns:a16="http://schemas.microsoft.com/office/drawing/2014/main" id="{F40BCA4E-9DEF-AF97-2134-153697FCDA43}"/>
              </a:ext>
            </a:extLst>
          </p:cNvPr>
          <p:cNvSpPr txBox="1"/>
          <p:nvPr/>
        </p:nvSpPr>
        <p:spPr>
          <a:xfrm>
            <a:off x="6585960" y="1745351"/>
            <a:ext cx="924560" cy="138499"/>
          </a:xfrm>
          <a:prstGeom prst="rect">
            <a:avLst/>
          </a:prstGeom>
          <a:noFill/>
        </p:spPr>
        <p:txBody>
          <a:bodyPr wrap="square" lIns="0" tIns="0" rIns="0" bIns="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424242"/>
                </a:solidFill>
                <a:effectLst/>
                <a:uLnTx/>
                <a:uFillTx/>
                <a:latin typeface="Arial"/>
              </a:rPr>
              <a:t>Permissions</a:t>
            </a:r>
          </a:p>
        </p:txBody>
      </p:sp>
      <p:sp>
        <p:nvSpPr>
          <p:cNvPr id="303" name="TextBox 302">
            <a:extLst>
              <a:ext uri="{FF2B5EF4-FFF2-40B4-BE49-F238E27FC236}">
                <a16:creationId xmlns:a16="http://schemas.microsoft.com/office/drawing/2014/main" id="{ECB0D8D4-E3F7-EF32-D9A9-4B0B488BFCD7}"/>
              </a:ext>
            </a:extLst>
          </p:cNvPr>
          <p:cNvSpPr txBox="1"/>
          <p:nvPr/>
        </p:nvSpPr>
        <p:spPr>
          <a:xfrm>
            <a:off x="7820944" y="1676101"/>
            <a:ext cx="347743" cy="276999"/>
          </a:xfrm>
          <a:prstGeom prst="rect">
            <a:avLst/>
          </a:prstGeom>
          <a:noFill/>
        </p:spPr>
        <p:txBody>
          <a:bodyPr wrap="square" lIns="0" tIns="0" rIns="0" bIns="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424242"/>
                </a:solidFill>
                <a:effectLst/>
                <a:uLnTx/>
                <a:uFillTx/>
                <a:latin typeface="Arial"/>
              </a:rPr>
              <a:t>Audit Logs</a:t>
            </a:r>
          </a:p>
        </p:txBody>
      </p:sp>
      <p:sp>
        <p:nvSpPr>
          <p:cNvPr id="304" name="TextBox 303">
            <a:extLst>
              <a:ext uri="{FF2B5EF4-FFF2-40B4-BE49-F238E27FC236}">
                <a16:creationId xmlns:a16="http://schemas.microsoft.com/office/drawing/2014/main" id="{A2AF6A53-683E-2CF4-224B-FC59B2B761D0}"/>
              </a:ext>
            </a:extLst>
          </p:cNvPr>
          <p:cNvSpPr txBox="1"/>
          <p:nvPr/>
        </p:nvSpPr>
        <p:spPr>
          <a:xfrm>
            <a:off x="8667617" y="1676101"/>
            <a:ext cx="504688" cy="276999"/>
          </a:xfrm>
          <a:prstGeom prst="rect">
            <a:avLst/>
          </a:prstGeom>
          <a:noFill/>
        </p:spPr>
        <p:txBody>
          <a:bodyPr wrap="square" lIns="0" tIns="0" rIns="0" bIns="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424242"/>
                </a:solidFill>
                <a:effectLst/>
                <a:uLnTx/>
                <a:uFillTx/>
                <a:latin typeface="Arial"/>
              </a:rPr>
              <a:t>Approval Gates</a:t>
            </a:r>
          </a:p>
        </p:txBody>
      </p:sp>
      <p:sp>
        <p:nvSpPr>
          <p:cNvPr id="305" name="TextBox 304">
            <a:extLst>
              <a:ext uri="{FF2B5EF4-FFF2-40B4-BE49-F238E27FC236}">
                <a16:creationId xmlns:a16="http://schemas.microsoft.com/office/drawing/2014/main" id="{ACC50635-6FEA-CE39-FCBC-E69704BFEA79}"/>
              </a:ext>
            </a:extLst>
          </p:cNvPr>
          <p:cNvSpPr txBox="1"/>
          <p:nvPr/>
        </p:nvSpPr>
        <p:spPr>
          <a:xfrm>
            <a:off x="9672177" y="1745351"/>
            <a:ext cx="556450" cy="138499"/>
          </a:xfrm>
          <a:prstGeom prst="rect">
            <a:avLst/>
          </a:prstGeom>
          <a:noFill/>
        </p:spPr>
        <p:txBody>
          <a:bodyPr wrap="square" lIns="0" tIns="0" rIns="0" bIns="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424242"/>
                </a:solidFill>
                <a:effectLst/>
                <a:uLnTx/>
                <a:uFillTx/>
                <a:latin typeface="Arial"/>
              </a:rPr>
              <a:t>Monitoring</a:t>
            </a:r>
          </a:p>
        </p:txBody>
      </p:sp>
      <p:sp>
        <p:nvSpPr>
          <p:cNvPr id="306" name="TextBox 305">
            <a:extLst>
              <a:ext uri="{FF2B5EF4-FFF2-40B4-BE49-F238E27FC236}">
                <a16:creationId xmlns:a16="http://schemas.microsoft.com/office/drawing/2014/main" id="{C35F9E19-7615-8B4D-EC07-E2BB7A315D90}"/>
              </a:ext>
            </a:extLst>
          </p:cNvPr>
          <p:cNvSpPr txBox="1"/>
          <p:nvPr/>
        </p:nvSpPr>
        <p:spPr>
          <a:xfrm>
            <a:off x="10679227" y="1745351"/>
            <a:ext cx="827719" cy="138499"/>
          </a:xfrm>
          <a:prstGeom prst="rect">
            <a:avLst/>
          </a:prstGeom>
          <a:noFill/>
        </p:spPr>
        <p:txBody>
          <a:bodyPr wrap="square" lIns="0" tIns="0" rIns="0" bIns="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424242"/>
                </a:solidFill>
                <a:effectLst/>
                <a:uLnTx/>
                <a:uFillTx/>
                <a:latin typeface="Arial"/>
              </a:rPr>
              <a:t>Accountability</a:t>
            </a:r>
          </a:p>
        </p:txBody>
      </p:sp>
      <p:pic>
        <p:nvPicPr>
          <p:cNvPr id="307" name="Graphic 306">
            <a:extLst>
              <a:ext uri="{FF2B5EF4-FFF2-40B4-BE49-F238E27FC236}">
                <a16:creationId xmlns:a16="http://schemas.microsoft.com/office/drawing/2014/main" id="{EEE27FF3-EB10-33AB-55A7-67B6E44ED8E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77928" y="1631720"/>
            <a:ext cx="365760" cy="365760"/>
          </a:xfrm>
          <a:prstGeom prst="rect">
            <a:avLst/>
          </a:prstGeom>
        </p:spPr>
      </p:pic>
      <p:pic>
        <p:nvPicPr>
          <p:cNvPr id="308" name="Graphic 307">
            <a:extLst>
              <a:ext uri="{FF2B5EF4-FFF2-40B4-BE49-F238E27FC236}">
                <a16:creationId xmlns:a16="http://schemas.microsoft.com/office/drawing/2014/main" id="{83A3C4A3-222C-2936-5590-876E072D158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69622" y="1631720"/>
            <a:ext cx="365760" cy="365760"/>
          </a:xfrm>
          <a:prstGeom prst="rect">
            <a:avLst/>
          </a:prstGeom>
        </p:spPr>
      </p:pic>
      <p:pic>
        <p:nvPicPr>
          <p:cNvPr id="309" name="Graphic 308">
            <a:extLst>
              <a:ext uri="{FF2B5EF4-FFF2-40B4-BE49-F238E27FC236}">
                <a16:creationId xmlns:a16="http://schemas.microsoft.com/office/drawing/2014/main" id="{63FB49A9-04CD-8F6F-48B4-3D6958E9AD7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34311" y="1631720"/>
            <a:ext cx="365760" cy="365760"/>
          </a:xfrm>
          <a:prstGeom prst="rect">
            <a:avLst/>
          </a:prstGeom>
        </p:spPr>
      </p:pic>
      <p:pic>
        <p:nvPicPr>
          <p:cNvPr id="310" name="Graphic 309">
            <a:extLst>
              <a:ext uri="{FF2B5EF4-FFF2-40B4-BE49-F238E27FC236}">
                <a16:creationId xmlns:a16="http://schemas.microsoft.com/office/drawing/2014/main" id="{B216A600-CDF3-E2AB-6883-DE3EF49E15C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245330" y="1631720"/>
            <a:ext cx="365760" cy="365760"/>
          </a:xfrm>
          <a:prstGeom prst="rect">
            <a:avLst/>
          </a:prstGeom>
        </p:spPr>
      </p:pic>
      <p:pic>
        <p:nvPicPr>
          <p:cNvPr id="311" name="Graphic 310">
            <a:extLst>
              <a:ext uri="{FF2B5EF4-FFF2-40B4-BE49-F238E27FC236}">
                <a16:creationId xmlns:a16="http://schemas.microsoft.com/office/drawing/2014/main" id="{59084FE7-58EC-1464-1F6D-6ED6236C67F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301653" y="1631720"/>
            <a:ext cx="365760" cy="365760"/>
          </a:xfrm>
          <a:prstGeom prst="rect">
            <a:avLst/>
          </a:prstGeom>
        </p:spPr>
      </p:pic>
      <p:cxnSp>
        <p:nvCxnSpPr>
          <p:cNvPr id="312" name="Straight Arrow Connector 311">
            <a:extLst>
              <a:ext uri="{FF2B5EF4-FFF2-40B4-BE49-F238E27FC236}">
                <a16:creationId xmlns:a16="http://schemas.microsoft.com/office/drawing/2014/main" id="{0753A6FD-68CB-22CB-ACCD-756B79864157}"/>
              </a:ext>
            </a:extLst>
          </p:cNvPr>
          <p:cNvCxnSpPr>
            <a:cxnSpLocks/>
            <a:stCxn id="316" idx="2"/>
            <a:endCxn id="278" idx="0"/>
          </p:cNvCxnSpPr>
          <p:nvPr/>
        </p:nvCxnSpPr>
        <p:spPr>
          <a:xfrm flipH="1">
            <a:off x="8869716" y="2020339"/>
            <a:ext cx="1211" cy="110721"/>
          </a:xfrm>
          <a:prstGeom prst="straightConnector1">
            <a:avLst/>
          </a:prstGeom>
          <a:noFill/>
          <a:ln w="12700" cap="flat" cmpd="sng" algn="ctr">
            <a:solidFill>
              <a:srgbClr val="A1A8B3"/>
            </a:solidFill>
            <a:prstDash val="solid"/>
            <a:miter lim="800000"/>
            <a:tailEnd type="triangle"/>
          </a:ln>
          <a:effectLst/>
        </p:spPr>
      </p:cxnSp>
      <p:cxnSp>
        <p:nvCxnSpPr>
          <p:cNvPr id="313" name="Straight Arrow Connector 312">
            <a:extLst>
              <a:ext uri="{FF2B5EF4-FFF2-40B4-BE49-F238E27FC236}">
                <a16:creationId xmlns:a16="http://schemas.microsoft.com/office/drawing/2014/main" id="{24CDF2C7-44E5-7AB8-A8BB-5EE3FB34083B}"/>
              </a:ext>
            </a:extLst>
          </p:cNvPr>
          <p:cNvCxnSpPr>
            <a:cxnSpLocks/>
            <a:stCxn id="279" idx="2"/>
            <a:endCxn id="281" idx="0"/>
          </p:cNvCxnSpPr>
          <p:nvPr/>
        </p:nvCxnSpPr>
        <p:spPr>
          <a:xfrm flipH="1">
            <a:off x="8869715" y="3184975"/>
            <a:ext cx="1223" cy="128821"/>
          </a:xfrm>
          <a:prstGeom prst="straightConnector1">
            <a:avLst/>
          </a:prstGeom>
          <a:noFill/>
          <a:ln w="12700" cap="flat" cmpd="sng" algn="ctr">
            <a:solidFill>
              <a:srgbClr val="A1A8B3"/>
            </a:solidFill>
            <a:prstDash val="solid"/>
            <a:miter lim="800000"/>
            <a:tailEnd type="triangle"/>
          </a:ln>
          <a:effectLst/>
        </p:spPr>
      </p:cxnSp>
      <p:cxnSp>
        <p:nvCxnSpPr>
          <p:cNvPr id="314" name="Straight Arrow Connector 313">
            <a:extLst>
              <a:ext uri="{FF2B5EF4-FFF2-40B4-BE49-F238E27FC236}">
                <a16:creationId xmlns:a16="http://schemas.microsoft.com/office/drawing/2014/main" id="{2F566818-0013-3106-F4DC-8CE4CA3EF640}"/>
              </a:ext>
            </a:extLst>
          </p:cNvPr>
          <p:cNvCxnSpPr>
            <a:cxnSpLocks/>
            <a:stCxn id="281" idx="2"/>
            <a:endCxn id="282" idx="0"/>
          </p:cNvCxnSpPr>
          <p:nvPr/>
        </p:nvCxnSpPr>
        <p:spPr>
          <a:xfrm>
            <a:off x="8869715" y="3544628"/>
            <a:ext cx="1" cy="392841"/>
          </a:xfrm>
          <a:prstGeom prst="straightConnector1">
            <a:avLst/>
          </a:prstGeom>
          <a:noFill/>
          <a:ln w="12700" cap="flat" cmpd="sng" algn="ctr">
            <a:solidFill>
              <a:srgbClr val="A1A8B3"/>
            </a:solidFill>
            <a:prstDash val="solid"/>
            <a:miter lim="800000"/>
            <a:tailEnd type="triangle"/>
          </a:ln>
          <a:effectLst/>
        </p:spPr>
      </p:cxnSp>
      <p:cxnSp>
        <p:nvCxnSpPr>
          <p:cNvPr id="315" name="Straight Arrow Connector 314">
            <a:extLst>
              <a:ext uri="{FF2B5EF4-FFF2-40B4-BE49-F238E27FC236}">
                <a16:creationId xmlns:a16="http://schemas.microsoft.com/office/drawing/2014/main" id="{26711C31-023A-8260-4683-73B6CF2CB679}"/>
              </a:ext>
            </a:extLst>
          </p:cNvPr>
          <p:cNvCxnSpPr>
            <a:cxnSpLocks/>
            <a:stCxn id="282" idx="2"/>
          </p:cNvCxnSpPr>
          <p:nvPr/>
        </p:nvCxnSpPr>
        <p:spPr>
          <a:xfrm>
            <a:off x="8869716" y="4219056"/>
            <a:ext cx="0" cy="162810"/>
          </a:xfrm>
          <a:prstGeom prst="straightConnector1">
            <a:avLst/>
          </a:prstGeom>
          <a:noFill/>
          <a:ln w="12700" cap="flat" cmpd="sng" algn="ctr">
            <a:solidFill>
              <a:srgbClr val="A1A8B3"/>
            </a:solidFill>
            <a:prstDash val="solid"/>
            <a:miter lim="800000"/>
            <a:tailEnd type="triangle"/>
          </a:ln>
          <a:effectLst/>
        </p:spPr>
      </p:cxnSp>
      <p:sp>
        <p:nvSpPr>
          <p:cNvPr id="316" name="Rectangle 315">
            <a:extLst>
              <a:ext uri="{FF2B5EF4-FFF2-40B4-BE49-F238E27FC236}">
                <a16:creationId xmlns:a16="http://schemas.microsoft.com/office/drawing/2014/main" id="{5725AF79-9D05-9E01-21EC-E7EEA8A07CF6}"/>
              </a:ext>
            </a:extLst>
          </p:cNvPr>
          <p:cNvSpPr/>
          <p:nvPr/>
        </p:nvSpPr>
        <p:spPr>
          <a:xfrm>
            <a:off x="8810578" y="1974620"/>
            <a:ext cx="120697" cy="45719"/>
          </a:xfrm>
          <a:prstGeom prst="rect">
            <a:avLst/>
          </a:prstGeom>
          <a:no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317" name="Rectangle 316">
            <a:extLst>
              <a:ext uri="{FF2B5EF4-FFF2-40B4-BE49-F238E27FC236}">
                <a16:creationId xmlns:a16="http://schemas.microsoft.com/office/drawing/2014/main" id="{249DD338-C33D-4EFA-B758-0CC7CA03E0A8}"/>
              </a:ext>
            </a:extLst>
          </p:cNvPr>
          <p:cNvSpPr/>
          <p:nvPr/>
        </p:nvSpPr>
        <p:spPr>
          <a:xfrm>
            <a:off x="7552502" y="3313796"/>
            <a:ext cx="336607" cy="169691"/>
          </a:xfrm>
          <a:prstGeom prst="rect">
            <a:avLst/>
          </a:prstGeom>
          <a:no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319" name="Rectangle 318">
            <a:extLst>
              <a:ext uri="{FF2B5EF4-FFF2-40B4-BE49-F238E27FC236}">
                <a16:creationId xmlns:a16="http://schemas.microsoft.com/office/drawing/2014/main" id="{EC37A9F1-39A3-7A8D-53A2-1A5CCACDC0E4}"/>
              </a:ext>
            </a:extLst>
          </p:cNvPr>
          <p:cNvSpPr/>
          <p:nvPr/>
        </p:nvSpPr>
        <p:spPr>
          <a:xfrm>
            <a:off x="7628569" y="2904305"/>
            <a:ext cx="94800" cy="94800"/>
          </a:xfrm>
          <a:prstGeom prst="rect">
            <a:avLst/>
          </a:prstGeom>
          <a:solidFill>
            <a:srgbClr val="EBEBEB"/>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cxnSp>
        <p:nvCxnSpPr>
          <p:cNvPr id="320" name="Straight Arrow Connector 319">
            <a:extLst>
              <a:ext uri="{FF2B5EF4-FFF2-40B4-BE49-F238E27FC236}">
                <a16:creationId xmlns:a16="http://schemas.microsoft.com/office/drawing/2014/main" id="{B516BD23-47C9-C2E8-64B1-3CC9158CE90A}"/>
              </a:ext>
            </a:extLst>
          </p:cNvPr>
          <p:cNvCxnSpPr>
            <a:cxnSpLocks/>
            <a:stCxn id="362" idx="2"/>
            <a:endCxn id="317" idx="0"/>
          </p:cNvCxnSpPr>
          <p:nvPr/>
        </p:nvCxnSpPr>
        <p:spPr>
          <a:xfrm flipH="1">
            <a:off x="7720806" y="2807589"/>
            <a:ext cx="2563" cy="506207"/>
          </a:xfrm>
          <a:prstGeom prst="straightConnector1">
            <a:avLst/>
          </a:prstGeom>
          <a:noFill/>
          <a:ln w="12700" cap="flat" cmpd="sng" algn="ctr">
            <a:solidFill>
              <a:srgbClr val="A1A8B3"/>
            </a:solidFill>
            <a:prstDash val="solid"/>
            <a:miter lim="800000"/>
            <a:tailEnd type="triangle"/>
          </a:ln>
          <a:effectLst/>
        </p:spPr>
      </p:cxnSp>
      <p:cxnSp>
        <p:nvCxnSpPr>
          <p:cNvPr id="321" name="Straight Arrow Connector 320">
            <a:extLst>
              <a:ext uri="{FF2B5EF4-FFF2-40B4-BE49-F238E27FC236}">
                <a16:creationId xmlns:a16="http://schemas.microsoft.com/office/drawing/2014/main" id="{A578A6AD-B0CA-C79D-341E-A9E52D97F92B}"/>
              </a:ext>
            </a:extLst>
          </p:cNvPr>
          <p:cNvCxnSpPr>
            <a:cxnSpLocks/>
            <a:stCxn id="319" idx="3"/>
          </p:cNvCxnSpPr>
          <p:nvPr/>
        </p:nvCxnSpPr>
        <p:spPr>
          <a:xfrm>
            <a:off x="7723369" y="2951705"/>
            <a:ext cx="197068" cy="0"/>
          </a:xfrm>
          <a:prstGeom prst="straightConnector1">
            <a:avLst/>
          </a:prstGeom>
          <a:noFill/>
          <a:ln w="12700" cap="flat" cmpd="sng" algn="ctr">
            <a:solidFill>
              <a:srgbClr val="A1A8B3"/>
            </a:solidFill>
            <a:prstDash val="solid"/>
            <a:miter lim="800000"/>
            <a:tailEnd type="triangle"/>
          </a:ln>
          <a:effectLst/>
        </p:spPr>
      </p:cxnSp>
      <p:cxnSp>
        <p:nvCxnSpPr>
          <p:cNvPr id="322" name="Connector: Elbow 321">
            <a:extLst>
              <a:ext uri="{FF2B5EF4-FFF2-40B4-BE49-F238E27FC236}">
                <a16:creationId xmlns:a16="http://schemas.microsoft.com/office/drawing/2014/main" id="{0D12A6E3-D097-E0C2-BA75-8EC0D7DC0375}"/>
              </a:ext>
            </a:extLst>
          </p:cNvPr>
          <p:cNvCxnSpPr>
            <a:cxnSpLocks/>
            <a:stCxn id="281" idx="1"/>
            <a:endCxn id="285" idx="0"/>
          </p:cNvCxnSpPr>
          <p:nvPr/>
        </p:nvCxnSpPr>
        <p:spPr>
          <a:xfrm rot="10800000" flipV="1">
            <a:off x="6949369" y="3429212"/>
            <a:ext cx="434447" cy="168346"/>
          </a:xfrm>
          <a:prstGeom prst="bentConnector2">
            <a:avLst/>
          </a:prstGeom>
          <a:noFill/>
          <a:ln w="12700" cap="flat" cmpd="sng" algn="ctr">
            <a:solidFill>
              <a:srgbClr val="A1A8B3"/>
            </a:solidFill>
            <a:prstDash val="solid"/>
            <a:miter lim="800000"/>
            <a:tailEnd type="none"/>
          </a:ln>
          <a:effectLst/>
        </p:spPr>
      </p:cxnSp>
      <p:cxnSp>
        <p:nvCxnSpPr>
          <p:cNvPr id="323" name="Connector: Elbow 322">
            <a:extLst>
              <a:ext uri="{FF2B5EF4-FFF2-40B4-BE49-F238E27FC236}">
                <a16:creationId xmlns:a16="http://schemas.microsoft.com/office/drawing/2014/main" id="{C8F65C6A-6091-6173-16F7-F904928F4892}"/>
              </a:ext>
            </a:extLst>
          </p:cNvPr>
          <p:cNvCxnSpPr>
            <a:cxnSpLocks/>
            <a:endCxn id="283" idx="0"/>
          </p:cNvCxnSpPr>
          <p:nvPr/>
        </p:nvCxnSpPr>
        <p:spPr>
          <a:xfrm>
            <a:off x="7720806" y="3674980"/>
            <a:ext cx="3276450" cy="110486"/>
          </a:xfrm>
          <a:prstGeom prst="bentConnector2">
            <a:avLst/>
          </a:prstGeom>
          <a:noFill/>
          <a:ln w="12700" cap="flat" cmpd="sng" algn="ctr">
            <a:solidFill>
              <a:srgbClr val="A1A8B3"/>
            </a:solidFill>
            <a:prstDash val="dash"/>
            <a:miter lim="800000"/>
            <a:tailEnd type="triangle"/>
          </a:ln>
          <a:effectLst/>
        </p:spPr>
      </p:cxnSp>
      <p:cxnSp>
        <p:nvCxnSpPr>
          <p:cNvPr id="324" name="Connector: Elbow 323">
            <a:extLst>
              <a:ext uri="{FF2B5EF4-FFF2-40B4-BE49-F238E27FC236}">
                <a16:creationId xmlns:a16="http://schemas.microsoft.com/office/drawing/2014/main" id="{4C5D0DD6-E9CB-9004-F83D-78987E598C3E}"/>
              </a:ext>
            </a:extLst>
          </p:cNvPr>
          <p:cNvCxnSpPr>
            <a:cxnSpLocks/>
            <a:stCxn id="285" idx="2"/>
            <a:endCxn id="282" idx="1"/>
          </p:cNvCxnSpPr>
          <p:nvPr/>
        </p:nvCxnSpPr>
        <p:spPr>
          <a:xfrm rot="16200000" flipH="1">
            <a:off x="7391065" y="3352745"/>
            <a:ext cx="283821" cy="1167214"/>
          </a:xfrm>
          <a:prstGeom prst="bentConnector2">
            <a:avLst/>
          </a:prstGeom>
          <a:noFill/>
          <a:ln w="12700" cap="flat" cmpd="sng" algn="ctr">
            <a:solidFill>
              <a:srgbClr val="A1A8B3"/>
            </a:solidFill>
            <a:prstDash val="dash"/>
            <a:miter lim="800000"/>
            <a:tailEnd type="triangle"/>
          </a:ln>
          <a:effectLst/>
        </p:spPr>
      </p:cxnSp>
      <p:cxnSp>
        <p:nvCxnSpPr>
          <p:cNvPr id="325" name="Straight Arrow Connector 324">
            <a:extLst>
              <a:ext uri="{FF2B5EF4-FFF2-40B4-BE49-F238E27FC236}">
                <a16:creationId xmlns:a16="http://schemas.microsoft.com/office/drawing/2014/main" id="{0BDEC12D-B335-48C0-9BDB-999CB81707CE}"/>
              </a:ext>
            </a:extLst>
          </p:cNvPr>
          <p:cNvCxnSpPr>
            <a:cxnSpLocks/>
            <a:stCxn id="282" idx="3"/>
          </p:cNvCxnSpPr>
          <p:nvPr/>
        </p:nvCxnSpPr>
        <p:spPr>
          <a:xfrm>
            <a:off x="9622849" y="4078263"/>
            <a:ext cx="547963" cy="0"/>
          </a:xfrm>
          <a:prstGeom prst="straightConnector1">
            <a:avLst/>
          </a:prstGeom>
          <a:noFill/>
          <a:ln w="12700" cap="flat" cmpd="sng" algn="ctr">
            <a:solidFill>
              <a:srgbClr val="A1A8B3"/>
            </a:solidFill>
            <a:prstDash val="solid"/>
            <a:miter lim="800000"/>
            <a:tailEnd type="triangle"/>
          </a:ln>
          <a:effectLst/>
        </p:spPr>
      </p:cxnSp>
      <p:sp>
        <p:nvSpPr>
          <p:cNvPr id="326" name="Rectangle 325">
            <a:extLst>
              <a:ext uri="{FF2B5EF4-FFF2-40B4-BE49-F238E27FC236}">
                <a16:creationId xmlns:a16="http://schemas.microsoft.com/office/drawing/2014/main" id="{F7EDA777-9C2F-3DDE-5F94-F285CEECDCB1}"/>
              </a:ext>
            </a:extLst>
          </p:cNvPr>
          <p:cNvSpPr/>
          <p:nvPr/>
        </p:nvSpPr>
        <p:spPr>
          <a:xfrm>
            <a:off x="10170812" y="3868874"/>
            <a:ext cx="205168" cy="352784"/>
          </a:xfrm>
          <a:prstGeom prst="rect">
            <a:avLst/>
          </a:prstGeom>
          <a:no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327" name="Rectangle 326">
            <a:extLst>
              <a:ext uri="{FF2B5EF4-FFF2-40B4-BE49-F238E27FC236}">
                <a16:creationId xmlns:a16="http://schemas.microsoft.com/office/drawing/2014/main" id="{B550C89E-CBF4-40C2-C85D-F5390F2E4631}"/>
              </a:ext>
            </a:extLst>
          </p:cNvPr>
          <p:cNvSpPr/>
          <p:nvPr/>
        </p:nvSpPr>
        <p:spPr>
          <a:xfrm>
            <a:off x="10170812" y="4258897"/>
            <a:ext cx="205168" cy="336176"/>
          </a:xfrm>
          <a:prstGeom prst="rect">
            <a:avLst/>
          </a:prstGeom>
          <a:no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328" name="Rectangle 327">
            <a:extLst>
              <a:ext uri="{FF2B5EF4-FFF2-40B4-BE49-F238E27FC236}">
                <a16:creationId xmlns:a16="http://schemas.microsoft.com/office/drawing/2014/main" id="{7AA3D892-B387-B7CD-E520-F6E3235E57D0}"/>
              </a:ext>
            </a:extLst>
          </p:cNvPr>
          <p:cNvSpPr/>
          <p:nvPr/>
        </p:nvSpPr>
        <p:spPr>
          <a:xfrm>
            <a:off x="6861309" y="4619198"/>
            <a:ext cx="205168" cy="352784"/>
          </a:xfrm>
          <a:prstGeom prst="rect">
            <a:avLst/>
          </a:prstGeom>
          <a:no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cxnSp>
        <p:nvCxnSpPr>
          <p:cNvPr id="329" name="Connector: Elbow 328">
            <a:extLst>
              <a:ext uri="{FF2B5EF4-FFF2-40B4-BE49-F238E27FC236}">
                <a16:creationId xmlns:a16="http://schemas.microsoft.com/office/drawing/2014/main" id="{8209868D-079F-D3E8-2B83-04066BC7A9E8}"/>
              </a:ext>
            </a:extLst>
          </p:cNvPr>
          <p:cNvCxnSpPr>
            <a:cxnSpLocks/>
            <a:stCxn id="328" idx="0"/>
            <a:endCxn id="327" idx="1"/>
          </p:cNvCxnSpPr>
          <p:nvPr/>
        </p:nvCxnSpPr>
        <p:spPr>
          <a:xfrm rot="5400000" flipH="1" flipV="1">
            <a:off x="8471246" y="2919633"/>
            <a:ext cx="192213" cy="3206919"/>
          </a:xfrm>
          <a:prstGeom prst="bentConnector2">
            <a:avLst/>
          </a:prstGeom>
          <a:noFill/>
          <a:ln w="12700" cap="flat" cmpd="sng" algn="ctr">
            <a:solidFill>
              <a:srgbClr val="A1A8B3"/>
            </a:solidFill>
            <a:prstDash val="dash"/>
            <a:miter lim="800000"/>
            <a:headEnd type="triangle"/>
            <a:tailEnd type="triangle"/>
          </a:ln>
          <a:effectLst/>
        </p:spPr>
      </p:cxnSp>
      <p:sp>
        <p:nvSpPr>
          <p:cNvPr id="330" name="Rectangle 329">
            <a:extLst>
              <a:ext uri="{FF2B5EF4-FFF2-40B4-BE49-F238E27FC236}">
                <a16:creationId xmlns:a16="http://schemas.microsoft.com/office/drawing/2014/main" id="{9A9EB855-6630-59F9-4324-25DE37E5C0B0}"/>
              </a:ext>
            </a:extLst>
          </p:cNvPr>
          <p:cNvSpPr/>
          <p:nvPr/>
        </p:nvSpPr>
        <p:spPr>
          <a:xfrm>
            <a:off x="6309984" y="4619198"/>
            <a:ext cx="205168" cy="352784"/>
          </a:xfrm>
          <a:prstGeom prst="rect">
            <a:avLst/>
          </a:prstGeom>
          <a:no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331" name="Rectangle 330">
            <a:extLst>
              <a:ext uri="{FF2B5EF4-FFF2-40B4-BE49-F238E27FC236}">
                <a16:creationId xmlns:a16="http://schemas.microsoft.com/office/drawing/2014/main" id="{49FC7AA0-45AB-FEC3-D172-D6B42484E323}"/>
              </a:ext>
            </a:extLst>
          </p:cNvPr>
          <p:cNvSpPr/>
          <p:nvPr/>
        </p:nvSpPr>
        <p:spPr>
          <a:xfrm>
            <a:off x="6309984" y="3447753"/>
            <a:ext cx="205168" cy="352784"/>
          </a:xfrm>
          <a:prstGeom prst="rect">
            <a:avLst/>
          </a:prstGeom>
          <a:no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cxnSp>
        <p:nvCxnSpPr>
          <p:cNvPr id="332" name="Straight Connector 331">
            <a:extLst>
              <a:ext uri="{FF2B5EF4-FFF2-40B4-BE49-F238E27FC236}">
                <a16:creationId xmlns:a16="http://schemas.microsoft.com/office/drawing/2014/main" id="{D09E083C-3CDE-AB4D-7E35-6B709D281C1C}"/>
              </a:ext>
            </a:extLst>
          </p:cNvPr>
          <p:cNvCxnSpPr>
            <a:cxnSpLocks/>
            <a:stCxn id="331" idx="2"/>
            <a:endCxn id="330" idx="0"/>
          </p:cNvCxnSpPr>
          <p:nvPr/>
        </p:nvCxnSpPr>
        <p:spPr>
          <a:xfrm>
            <a:off x="6412568" y="3800537"/>
            <a:ext cx="0" cy="818661"/>
          </a:xfrm>
          <a:prstGeom prst="line">
            <a:avLst/>
          </a:prstGeom>
          <a:noFill/>
          <a:ln w="12700" cap="flat" cmpd="sng" algn="ctr">
            <a:solidFill>
              <a:srgbClr val="A1A8B3"/>
            </a:solidFill>
            <a:prstDash val="dash"/>
            <a:miter lim="800000"/>
          </a:ln>
          <a:effectLst/>
        </p:spPr>
      </p:cxnSp>
      <p:cxnSp>
        <p:nvCxnSpPr>
          <p:cNvPr id="333" name="Straight Arrow Connector 332">
            <a:extLst>
              <a:ext uri="{FF2B5EF4-FFF2-40B4-BE49-F238E27FC236}">
                <a16:creationId xmlns:a16="http://schemas.microsoft.com/office/drawing/2014/main" id="{2592AAD3-5132-5609-64E8-98E6CF79529F}"/>
              </a:ext>
            </a:extLst>
          </p:cNvPr>
          <p:cNvCxnSpPr>
            <a:cxnSpLocks/>
            <a:stCxn id="334" idx="2"/>
            <a:endCxn id="287" idx="0"/>
          </p:cNvCxnSpPr>
          <p:nvPr/>
        </p:nvCxnSpPr>
        <p:spPr>
          <a:xfrm>
            <a:off x="11147742" y="4595073"/>
            <a:ext cx="1" cy="124032"/>
          </a:xfrm>
          <a:prstGeom prst="straightConnector1">
            <a:avLst/>
          </a:prstGeom>
          <a:noFill/>
          <a:ln w="12700" cap="flat" cmpd="sng" algn="ctr">
            <a:solidFill>
              <a:schemeClr val="accent4"/>
            </a:solidFill>
            <a:prstDash val="solid"/>
            <a:miter lim="800000"/>
            <a:tailEnd type="triangle"/>
          </a:ln>
          <a:effectLst/>
        </p:spPr>
      </p:cxnSp>
      <p:sp>
        <p:nvSpPr>
          <p:cNvPr id="334" name="Rectangle 333">
            <a:extLst>
              <a:ext uri="{FF2B5EF4-FFF2-40B4-BE49-F238E27FC236}">
                <a16:creationId xmlns:a16="http://schemas.microsoft.com/office/drawing/2014/main" id="{9221A1C9-29A3-465A-AA04-D8D14B58F577}"/>
              </a:ext>
            </a:extLst>
          </p:cNvPr>
          <p:cNvSpPr/>
          <p:nvPr/>
        </p:nvSpPr>
        <p:spPr>
          <a:xfrm>
            <a:off x="11045158" y="4242289"/>
            <a:ext cx="205168" cy="352784"/>
          </a:xfrm>
          <a:prstGeom prst="rect">
            <a:avLst/>
          </a:prstGeom>
          <a:no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cxnSp>
        <p:nvCxnSpPr>
          <p:cNvPr id="336" name="Straight Arrow Connector 335">
            <a:extLst>
              <a:ext uri="{FF2B5EF4-FFF2-40B4-BE49-F238E27FC236}">
                <a16:creationId xmlns:a16="http://schemas.microsoft.com/office/drawing/2014/main" id="{BFDBA5B2-3378-D763-2125-B838E1026D97}"/>
              </a:ext>
            </a:extLst>
          </p:cNvPr>
          <p:cNvCxnSpPr>
            <a:cxnSpLocks/>
            <a:endCxn id="292" idx="0"/>
          </p:cNvCxnSpPr>
          <p:nvPr/>
        </p:nvCxnSpPr>
        <p:spPr>
          <a:xfrm flipH="1">
            <a:off x="8869715" y="4489941"/>
            <a:ext cx="1" cy="127926"/>
          </a:xfrm>
          <a:prstGeom prst="straightConnector1">
            <a:avLst/>
          </a:prstGeom>
          <a:noFill/>
          <a:ln w="12700" cap="flat" cmpd="sng" algn="ctr">
            <a:solidFill>
              <a:srgbClr val="A1A8B3"/>
            </a:solidFill>
            <a:prstDash val="solid"/>
            <a:miter lim="800000"/>
            <a:tailEnd type="triangle"/>
          </a:ln>
          <a:effectLst/>
        </p:spPr>
      </p:cxnSp>
      <p:cxnSp>
        <p:nvCxnSpPr>
          <p:cNvPr id="337" name="Connector: Elbow 336">
            <a:extLst>
              <a:ext uri="{FF2B5EF4-FFF2-40B4-BE49-F238E27FC236}">
                <a16:creationId xmlns:a16="http://schemas.microsoft.com/office/drawing/2014/main" id="{099B05AB-9740-1C57-E25A-F927F9D7EB6F}"/>
              </a:ext>
            </a:extLst>
          </p:cNvPr>
          <p:cNvCxnSpPr>
            <a:cxnSpLocks/>
            <a:stCxn id="290" idx="2"/>
          </p:cNvCxnSpPr>
          <p:nvPr/>
        </p:nvCxnSpPr>
        <p:spPr>
          <a:xfrm rot="16200000" flipH="1">
            <a:off x="7940284" y="5264021"/>
            <a:ext cx="359692" cy="765841"/>
          </a:xfrm>
          <a:prstGeom prst="bentConnector3">
            <a:avLst>
              <a:gd name="adj1" fmla="val 71186"/>
            </a:avLst>
          </a:prstGeom>
          <a:noFill/>
          <a:ln w="12700" cap="flat" cmpd="sng" algn="ctr">
            <a:solidFill>
              <a:srgbClr val="A1A8B3"/>
            </a:solidFill>
            <a:prstDash val="solid"/>
            <a:miter lim="800000"/>
            <a:headEnd type="triangle"/>
            <a:tailEnd type="none"/>
          </a:ln>
          <a:effectLst/>
        </p:spPr>
      </p:cxnSp>
      <p:cxnSp>
        <p:nvCxnSpPr>
          <p:cNvPr id="338" name="Connector: Elbow 337">
            <a:extLst>
              <a:ext uri="{FF2B5EF4-FFF2-40B4-BE49-F238E27FC236}">
                <a16:creationId xmlns:a16="http://schemas.microsoft.com/office/drawing/2014/main" id="{176A748D-202B-7AC7-8346-A0AAEBFAD7FC}"/>
              </a:ext>
            </a:extLst>
          </p:cNvPr>
          <p:cNvCxnSpPr>
            <a:cxnSpLocks/>
            <a:stCxn id="292" idx="2"/>
          </p:cNvCxnSpPr>
          <p:nvPr/>
        </p:nvCxnSpPr>
        <p:spPr>
          <a:xfrm rot="5400000">
            <a:off x="8506537" y="5463610"/>
            <a:ext cx="359692" cy="366664"/>
          </a:xfrm>
          <a:prstGeom prst="bentConnector3">
            <a:avLst>
              <a:gd name="adj1" fmla="val 71185"/>
            </a:avLst>
          </a:prstGeom>
          <a:noFill/>
          <a:ln w="12700" cap="flat" cmpd="sng" algn="ctr">
            <a:solidFill>
              <a:srgbClr val="A1A8B3"/>
            </a:solidFill>
            <a:prstDash val="solid"/>
            <a:miter lim="800000"/>
            <a:headEnd type="triangle"/>
            <a:tailEnd type="triangle"/>
          </a:ln>
          <a:effectLst/>
        </p:spPr>
      </p:cxnSp>
      <p:cxnSp>
        <p:nvCxnSpPr>
          <p:cNvPr id="339" name="Connector: Elbow 338">
            <a:extLst>
              <a:ext uri="{FF2B5EF4-FFF2-40B4-BE49-F238E27FC236}">
                <a16:creationId xmlns:a16="http://schemas.microsoft.com/office/drawing/2014/main" id="{A24172A8-D540-938C-AD85-3C1D599DB881}"/>
              </a:ext>
            </a:extLst>
          </p:cNvPr>
          <p:cNvCxnSpPr>
            <a:cxnSpLocks/>
            <a:stCxn id="286" idx="2"/>
          </p:cNvCxnSpPr>
          <p:nvPr/>
        </p:nvCxnSpPr>
        <p:spPr>
          <a:xfrm rot="5400000">
            <a:off x="9042968" y="4927180"/>
            <a:ext cx="359692" cy="1439525"/>
          </a:xfrm>
          <a:prstGeom prst="bentConnector3">
            <a:avLst>
              <a:gd name="adj1" fmla="val 71892"/>
            </a:avLst>
          </a:prstGeom>
          <a:noFill/>
          <a:ln w="12700" cap="flat" cmpd="sng" algn="ctr">
            <a:solidFill>
              <a:srgbClr val="A1A8B3"/>
            </a:solidFill>
            <a:prstDash val="solid"/>
            <a:miter lim="800000"/>
            <a:headEnd type="triangle"/>
            <a:tailEnd type="none"/>
          </a:ln>
          <a:effectLst/>
        </p:spPr>
      </p:cxnSp>
      <p:cxnSp>
        <p:nvCxnSpPr>
          <p:cNvPr id="340" name="Connector: Elbow 339">
            <a:extLst>
              <a:ext uri="{FF2B5EF4-FFF2-40B4-BE49-F238E27FC236}">
                <a16:creationId xmlns:a16="http://schemas.microsoft.com/office/drawing/2014/main" id="{40B7DCF6-F7D1-0CBA-A19E-91DCAD0977DC}"/>
              </a:ext>
            </a:extLst>
          </p:cNvPr>
          <p:cNvCxnSpPr>
            <a:cxnSpLocks/>
            <a:stCxn id="288" idx="2"/>
            <a:endCxn id="347" idx="1"/>
          </p:cNvCxnSpPr>
          <p:nvPr/>
        </p:nvCxnSpPr>
        <p:spPr>
          <a:xfrm rot="16200000" flipH="1">
            <a:off x="6825461" y="5274637"/>
            <a:ext cx="408848" cy="793765"/>
          </a:xfrm>
          <a:prstGeom prst="bentConnector2">
            <a:avLst/>
          </a:prstGeom>
          <a:noFill/>
          <a:ln w="12700" cap="flat" cmpd="sng" algn="ctr">
            <a:solidFill>
              <a:srgbClr val="A1A8B3"/>
            </a:solidFill>
            <a:prstDash val="dash"/>
            <a:miter lim="800000"/>
            <a:headEnd type="triangle"/>
            <a:tailEnd type="triangle"/>
          </a:ln>
          <a:effectLst/>
        </p:spPr>
      </p:cxnSp>
      <p:cxnSp>
        <p:nvCxnSpPr>
          <p:cNvPr id="341" name="Straight Arrow Connector 340">
            <a:extLst>
              <a:ext uri="{FF2B5EF4-FFF2-40B4-BE49-F238E27FC236}">
                <a16:creationId xmlns:a16="http://schemas.microsoft.com/office/drawing/2014/main" id="{31AE272E-1ABD-1107-F00A-52FEAE891E9B}"/>
              </a:ext>
            </a:extLst>
          </p:cNvPr>
          <p:cNvCxnSpPr>
            <a:cxnSpLocks/>
            <a:stCxn id="351" idx="3"/>
          </p:cNvCxnSpPr>
          <p:nvPr/>
        </p:nvCxnSpPr>
        <p:spPr>
          <a:xfrm flipV="1">
            <a:off x="8234311" y="5611967"/>
            <a:ext cx="2237474" cy="6893"/>
          </a:xfrm>
          <a:prstGeom prst="straightConnector1">
            <a:avLst/>
          </a:prstGeom>
          <a:noFill/>
          <a:ln w="12700" cap="flat" cmpd="sng" algn="ctr">
            <a:solidFill>
              <a:srgbClr val="A1A8B3"/>
            </a:solidFill>
            <a:prstDash val="dash"/>
            <a:miter lim="800000"/>
            <a:tailEnd type="triangle"/>
          </a:ln>
          <a:effectLst/>
        </p:spPr>
      </p:cxnSp>
      <p:sp>
        <p:nvSpPr>
          <p:cNvPr id="342" name="Rectangle 341">
            <a:extLst>
              <a:ext uri="{FF2B5EF4-FFF2-40B4-BE49-F238E27FC236}">
                <a16:creationId xmlns:a16="http://schemas.microsoft.com/office/drawing/2014/main" id="{0C227EFE-FE6F-2575-AE99-7A9DC2AB9BB8}"/>
              </a:ext>
            </a:extLst>
          </p:cNvPr>
          <p:cNvSpPr/>
          <p:nvPr/>
        </p:nvSpPr>
        <p:spPr>
          <a:xfrm>
            <a:off x="10471785" y="5457668"/>
            <a:ext cx="95108" cy="292469"/>
          </a:xfrm>
          <a:prstGeom prst="rect">
            <a:avLst/>
          </a:prstGeom>
          <a:no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cxnSp>
        <p:nvCxnSpPr>
          <p:cNvPr id="343" name="Straight Arrow Connector 342">
            <a:extLst>
              <a:ext uri="{FF2B5EF4-FFF2-40B4-BE49-F238E27FC236}">
                <a16:creationId xmlns:a16="http://schemas.microsoft.com/office/drawing/2014/main" id="{78571306-45A7-F274-3D0C-23580108907C}"/>
              </a:ext>
            </a:extLst>
          </p:cNvPr>
          <p:cNvCxnSpPr/>
          <p:nvPr/>
        </p:nvCxnSpPr>
        <p:spPr>
          <a:xfrm>
            <a:off x="6633002" y="5618860"/>
            <a:ext cx="346918" cy="0"/>
          </a:xfrm>
          <a:prstGeom prst="straightConnector1">
            <a:avLst/>
          </a:prstGeom>
          <a:noFill/>
          <a:ln w="12700" cap="flat" cmpd="sng" algn="ctr">
            <a:solidFill>
              <a:srgbClr val="A1A8B3"/>
            </a:solidFill>
            <a:prstDash val="solid"/>
            <a:miter lim="800000"/>
            <a:tailEnd type="none"/>
          </a:ln>
          <a:effectLst/>
        </p:spPr>
      </p:cxnSp>
      <p:cxnSp>
        <p:nvCxnSpPr>
          <p:cNvPr id="344" name="Straight Arrow Connector 343">
            <a:extLst>
              <a:ext uri="{FF2B5EF4-FFF2-40B4-BE49-F238E27FC236}">
                <a16:creationId xmlns:a16="http://schemas.microsoft.com/office/drawing/2014/main" id="{14BF509F-594F-995D-92A5-C04D305F3923}"/>
              </a:ext>
            </a:extLst>
          </p:cNvPr>
          <p:cNvCxnSpPr>
            <a:cxnSpLocks/>
          </p:cNvCxnSpPr>
          <p:nvPr/>
        </p:nvCxnSpPr>
        <p:spPr>
          <a:xfrm>
            <a:off x="9773502" y="6031328"/>
            <a:ext cx="698283" cy="0"/>
          </a:xfrm>
          <a:prstGeom prst="straightConnector1">
            <a:avLst/>
          </a:prstGeom>
          <a:noFill/>
          <a:ln w="12700" cap="flat" cmpd="sng" algn="ctr">
            <a:solidFill>
              <a:srgbClr val="A1A8B3"/>
            </a:solidFill>
            <a:prstDash val="dash"/>
            <a:miter lim="800000"/>
            <a:tailEnd type="triangle"/>
          </a:ln>
          <a:effectLst/>
        </p:spPr>
      </p:cxnSp>
      <p:sp>
        <p:nvSpPr>
          <p:cNvPr id="345" name="Flowchart: Magnetic Disk 344">
            <a:extLst>
              <a:ext uri="{FF2B5EF4-FFF2-40B4-BE49-F238E27FC236}">
                <a16:creationId xmlns:a16="http://schemas.microsoft.com/office/drawing/2014/main" id="{F8646693-5232-17C5-72C5-C4B1844CF27C}"/>
              </a:ext>
            </a:extLst>
          </p:cNvPr>
          <p:cNvSpPr/>
          <p:nvPr/>
        </p:nvSpPr>
        <p:spPr>
          <a:xfrm>
            <a:off x="9585960" y="5972175"/>
            <a:ext cx="156210" cy="116825"/>
          </a:xfrm>
          <a:prstGeom prst="flowChartMagneticDisk">
            <a:avLst/>
          </a:prstGeom>
          <a:solidFill>
            <a:srgbClr val="FFAA72"/>
          </a:solidFill>
          <a:ln w="1905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cxnSp>
        <p:nvCxnSpPr>
          <p:cNvPr id="346" name="Straight Arrow Connector 255">
            <a:extLst>
              <a:ext uri="{FF2B5EF4-FFF2-40B4-BE49-F238E27FC236}">
                <a16:creationId xmlns:a16="http://schemas.microsoft.com/office/drawing/2014/main" id="{E0319327-E3BF-9415-BB48-F84F15777DBB}"/>
              </a:ext>
            </a:extLst>
          </p:cNvPr>
          <p:cNvCxnSpPr>
            <a:cxnSpLocks/>
            <a:stCxn id="299" idx="3"/>
            <a:endCxn id="287" idx="2"/>
          </p:cNvCxnSpPr>
          <p:nvPr/>
        </p:nvCxnSpPr>
        <p:spPr>
          <a:xfrm flipV="1">
            <a:off x="10398760" y="6080125"/>
            <a:ext cx="748983" cy="165297"/>
          </a:xfrm>
          <a:prstGeom prst="bentConnector2">
            <a:avLst/>
          </a:prstGeom>
          <a:noFill/>
          <a:ln w="12700" cap="flat" cmpd="sng" algn="ctr">
            <a:solidFill>
              <a:srgbClr val="A1A8B3"/>
            </a:solidFill>
            <a:prstDash val="dash"/>
            <a:miter lim="800000"/>
            <a:tailEnd type="triangle"/>
          </a:ln>
          <a:effectLst/>
        </p:spPr>
      </p:cxnSp>
      <p:sp>
        <p:nvSpPr>
          <p:cNvPr id="347" name="Rectangle 346">
            <a:extLst>
              <a:ext uri="{FF2B5EF4-FFF2-40B4-BE49-F238E27FC236}">
                <a16:creationId xmlns:a16="http://schemas.microsoft.com/office/drawing/2014/main" id="{7E9C5A76-2B0F-EEFA-4147-E6683FAB7E01}"/>
              </a:ext>
            </a:extLst>
          </p:cNvPr>
          <p:cNvSpPr/>
          <p:nvPr/>
        </p:nvSpPr>
        <p:spPr>
          <a:xfrm>
            <a:off x="7426768" y="5813665"/>
            <a:ext cx="182880" cy="124558"/>
          </a:xfrm>
          <a:prstGeom prst="rect">
            <a:avLst/>
          </a:prstGeom>
          <a:no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348" name="Rectangle 347">
            <a:extLst>
              <a:ext uri="{FF2B5EF4-FFF2-40B4-BE49-F238E27FC236}">
                <a16:creationId xmlns:a16="http://schemas.microsoft.com/office/drawing/2014/main" id="{E3BA8A90-43C0-D0EF-8F44-EAE73305F56E}"/>
              </a:ext>
            </a:extLst>
          </p:cNvPr>
          <p:cNvSpPr/>
          <p:nvPr/>
        </p:nvSpPr>
        <p:spPr>
          <a:xfrm>
            <a:off x="7426768" y="5959519"/>
            <a:ext cx="182880" cy="124558"/>
          </a:xfrm>
          <a:prstGeom prst="rect">
            <a:avLst/>
          </a:prstGeom>
          <a:no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349" name="Rectangle 348">
            <a:extLst>
              <a:ext uri="{FF2B5EF4-FFF2-40B4-BE49-F238E27FC236}">
                <a16:creationId xmlns:a16="http://schemas.microsoft.com/office/drawing/2014/main" id="{B2D16DFB-C67A-030D-83A1-9386EA5EEE5C}"/>
              </a:ext>
            </a:extLst>
          </p:cNvPr>
          <p:cNvSpPr/>
          <p:nvPr/>
        </p:nvSpPr>
        <p:spPr>
          <a:xfrm>
            <a:off x="6979920" y="6167283"/>
            <a:ext cx="182880" cy="124558"/>
          </a:xfrm>
          <a:prstGeom prst="rect">
            <a:avLst/>
          </a:prstGeom>
          <a:no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cxnSp>
        <p:nvCxnSpPr>
          <p:cNvPr id="350" name="Connector: Elbow 349">
            <a:extLst>
              <a:ext uri="{FF2B5EF4-FFF2-40B4-BE49-F238E27FC236}">
                <a16:creationId xmlns:a16="http://schemas.microsoft.com/office/drawing/2014/main" id="{EB9E7FC0-9A12-F69D-BB2C-8BFF4347C5C5}"/>
              </a:ext>
            </a:extLst>
          </p:cNvPr>
          <p:cNvCxnSpPr>
            <a:cxnSpLocks/>
            <a:stCxn id="348" idx="1"/>
            <a:endCxn id="349" idx="0"/>
          </p:cNvCxnSpPr>
          <p:nvPr/>
        </p:nvCxnSpPr>
        <p:spPr>
          <a:xfrm rot="10800000" flipV="1">
            <a:off x="7071360" y="6021797"/>
            <a:ext cx="355408" cy="145485"/>
          </a:xfrm>
          <a:prstGeom prst="bentConnector2">
            <a:avLst/>
          </a:prstGeom>
          <a:noFill/>
          <a:ln w="12700" cap="flat" cmpd="sng" algn="ctr">
            <a:solidFill>
              <a:srgbClr val="A1A8B3"/>
            </a:solidFill>
            <a:prstDash val="dash"/>
            <a:miter lim="800000"/>
            <a:tailEnd type="none"/>
          </a:ln>
          <a:effectLst/>
        </p:spPr>
      </p:cxnSp>
      <p:cxnSp>
        <p:nvCxnSpPr>
          <p:cNvPr id="352" name="Straight Arrow Connector 351">
            <a:extLst>
              <a:ext uri="{FF2B5EF4-FFF2-40B4-BE49-F238E27FC236}">
                <a16:creationId xmlns:a16="http://schemas.microsoft.com/office/drawing/2014/main" id="{C525352B-0F25-F0C0-9E98-04D0EE0B9715}"/>
              </a:ext>
            </a:extLst>
          </p:cNvPr>
          <p:cNvCxnSpPr>
            <a:cxnSpLocks/>
            <a:stCxn id="278" idx="2"/>
            <a:endCxn id="279" idx="0"/>
          </p:cNvCxnSpPr>
          <p:nvPr/>
        </p:nvCxnSpPr>
        <p:spPr>
          <a:xfrm>
            <a:off x="8869716" y="2313940"/>
            <a:ext cx="1222" cy="108146"/>
          </a:xfrm>
          <a:prstGeom prst="straightConnector1">
            <a:avLst/>
          </a:prstGeom>
          <a:noFill/>
          <a:ln w="12700" cap="flat" cmpd="sng" algn="ctr">
            <a:solidFill>
              <a:srgbClr val="A1A8B3"/>
            </a:solidFill>
            <a:prstDash val="solid"/>
            <a:miter lim="800000"/>
            <a:tailEnd type="triangle"/>
          </a:ln>
          <a:effectLst/>
        </p:spPr>
      </p:cxnSp>
      <p:sp>
        <p:nvSpPr>
          <p:cNvPr id="351" name="Rectangle 350">
            <a:extLst>
              <a:ext uri="{FF2B5EF4-FFF2-40B4-BE49-F238E27FC236}">
                <a16:creationId xmlns:a16="http://schemas.microsoft.com/office/drawing/2014/main" id="{4B254B7F-BFF2-6045-635B-ACD618F8A50C}"/>
              </a:ext>
            </a:extLst>
          </p:cNvPr>
          <p:cNvSpPr/>
          <p:nvPr/>
        </p:nvSpPr>
        <p:spPr>
          <a:xfrm>
            <a:off x="6861308" y="5581400"/>
            <a:ext cx="1373003" cy="74919"/>
          </a:xfrm>
          <a:prstGeom prst="rect">
            <a:avLst/>
          </a:prstGeom>
          <a:solidFill>
            <a:schemeClr val="bg1"/>
          </a:solidFill>
          <a:ln w="19050" cap="flat" cmpd="sng" algn="ctr">
            <a:noFill/>
            <a:prstDash val="solid"/>
            <a:miter lim="800000"/>
          </a:ln>
          <a:effectLst/>
        </p:spPr>
        <p:txBody>
          <a:bodyPr lIns="18288" tIns="18288" rIns="18288" bIns="18288"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rial"/>
                <a:ea typeface="+mn-ea"/>
                <a:cs typeface="+mn-cs"/>
              </a:rPr>
              <a:t>Structured output (schemas)</a:t>
            </a:r>
          </a:p>
        </p:txBody>
      </p:sp>
      <p:sp>
        <p:nvSpPr>
          <p:cNvPr id="335" name="Rectangle 334">
            <a:extLst>
              <a:ext uri="{FF2B5EF4-FFF2-40B4-BE49-F238E27FC236}">
                <a16:creationId xmlns:a16="http://schemas.microsoft.com/office/drawing/2014/main" id="{AB26FB0D-A27B-8F1E-773C-F8BB427B4101}"/>
              </a:ext>
            </a:extLst>
          </p:cNvPr>
          <p:cNvSpPr/>
          <p:nvPr/>
        </p:nvSpPr>
        <p:spPr>
          <a:xfrm>
            <a:off x="7859268" y="4387061"/>
            <a:ext cx="1914234" cy="116359"/>
          </a:xfrm>
          <a:prstGeom prst="rect">
            <a:avLst/>
          </a:prstGeom>
          <a:solidFill>
            <a:schemeClr val="bg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rial"/>
                <a:ea typeface="+mn-ea"/>
                <a:cs typeface="+mn-cs"/>
              </a:rPr>
              <a:t>Structured output  (schemas)</a:t>
            </a:r>
          </a:p>
        </p:txBody>
      </p:sp>
      <p:pic>
        <p:nvPicPr>
          <p:cNvPr id="361" name="Graphic 360">
            <a:extLst>
              <a:ext uri="{FF2B5EF4-FFF2-40B4-BE49-F238E27FC236}">
                <a16:creationId xmlns:a16="http://schemas.microsoft.com/office/drawing/2014/main" id="{D6FF66C0-2E31-B843-BA12-274034A9A1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32216" y="2476413"/>
            <a:ext cx="365760" cy="365760"/>
          </a:xfrm>
          <a:prstGeom prst="rect">
            <a:avLst/>
          </a:prstGeom>
        </p:spPr>
      </p:pic>
      <p:sp>
        <p:nvSpPr>
          <p:cNvPr id="362" name="Rectangle 361">
            <a:extLst>
              <a:ext uri="{FF2B5EF4-FFF2-40B4-BE49-F238E27FC236}">
                <a16:creationId xmlns:a16="http://schemas.microsoft.com/office/drawing/2014/main" id="{0B3DDC69-E266-A4ED-15EA-2A391970CCA9}"/>
              </a:ext>
            </a:extLst>
          </p:cNvPr>
          <p:cNvSpPr/>
          <p:nvPr/>
        </p:nvSpPr>
        <p:spPr>
          <a:xfrm>
            <a:off x="7675969" y="2760345"/>
            <a:ext cx="94800" cy="472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0754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45A22-A7B7-D793-50B7-98721350F559}"/>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1205E4BF-40B6-5371-5220-28E43B4B0151}"/>
              </a:ext>
            </a:extLst>
          </p:cNvPr>
          <p:cNvSpPr/>
          <p:nvPr/>
        </p:nvSpPr>
        <p:spPr>
          <a:xfrm>
            <a:off x="4174568" y="6324600"/>
            <a:ext cx="79131" cy="79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F623214-5E5B-3E11-31A3-981E3E032602}"/>
              </a:ext>
            </a:extLst>
          </p:cNvPr>
          <p:cNvSpPr/>
          <p:nvPr/>
        </p:nvSpPr>
        <p:spPr>
          <a:xfrm>
            <a:off x="-1" y="0"/>
            <a:ext cx="3705226" cy="6324600"/>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6" name="Title 5">
            <a:extLst>
              <a:ext uri="{FF2B5EF4-FFF2-40B4-BE49-F238E27FC236}">
                <a16:creationId xmlns:a16="http://schemas.microsoft.com/office/drawing/2014/main" id="{C163E40A-30E9-9FAA-4FB7-975F24742BDB}"/>
              </a:ext>
            </a:extLst>
          </p:cNvPr>
          <p:cNvSpPr>
            <a:spLocks noGrp="1"/>
          </p:cNvSpPr>
          <p:nvPr>
            <p:ph type="title"/>
          </p:nvPr>
        </p:nvSpPr>
        <p:spPr>
          <a:xfrm>
            <a:off x="370062" y="337407"/>
            <a:ext cx="3152784" cy="387798"/>
          </a:xfrm>
        </p:spPr>
        <p:txBody>
          <a:bodyPr/>
          <a:lstStyle/>
          <a:p>
            <a:r>
              <a:rPr lang="en-US"/>
              <a:t>Where Agentic AI Sits in the Risk Tech Stack</a:t>
            </a:r>
          </a:p>
        </p:txBody>
      </p:sp>
      <p:sp>
        <p:nvSpPr>
          <p:cNvPr id="3" name="Subtitle 33">
            <a:extLst>
              <a:ext uri="{FF2B5EF4-FFF2-40B4-BE49-F238E27FC236}">
                <a16:creationId xmlns:a16="http://schemas.microsoft.com/office/drawing/2014/main" id="{AC3DB38D-E381-546C-88A9-1C9DFA3A2681}"/>
              </a:ext>
            </a:extLst>
          </p:cNvPr>
          <p:cNvSpPr txBox="1">
            <a:spLocks/>
          </p:cNvSpPr>
          <p:nvPr/>
        </p:nvSpPr>
        <p:spPr>
          <a:xfrm>
            <a:off x="370062" y="1880563"/>
            <a:ext cx="2782713" cy="1061829"/>
          </a:xfrm>
          <a:prstGeom prst="rect">
            <a:avLst/>
          </a:prstGeom>
        </p:spPr>
        <p:txBody>
          <a:bodyPr vert="horz" wrap="square" lIns="0" tIns="0" rIns="0" bIns="0" rtlCol="0" anchor="t">
            <a:spAutoFit/>
          </a:bodyPr>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600"/>
              </a:spcAft>
            </a:pPr>
            <a:r>
              <a:rPr lang="en-US" sz="1600"/>
              <a:t>Agents do NOT replace systems.</a:t>
            </a:r>
          </a:p>
          <a:p>
            <a:pPr>
              <a:spcBef>
                <a:spcPts val="0"/>
              </a:spcBef>
              <a:spcAft>
                <a:spcPts val="600"/>
              </a:spcAft>
            </a:pPr>
            <a:r>
              <a:rPr lang="en-US" sz="1600"/>
              <a:t>They coordinate and enhance them.</a:t>
            </a:r>
          </a:p>
        </p:txBody>
      </p:sp>
      <p:sp>
        <p:nvSpPr>
          <p:cNvPr id="22" name="TextBox 21">
            <a:extLst>
              <a:ext uri="{FF2B5EF4-FFF2-40B4-BE49-F238E27FC236}">
                <a16:creationId xmlns:a16="http://schemas.microsoft.com/office/drawing/2014/main" id="{042B4CC8-5E26-6FA0-656E-1267098CF298}"/>
              </a:ext>
            </a:extLst>
          </p:cNvPr>
          <p:cNvSpPr txBox="1"/>
          <p:nvPr/>
        </p:nvSpPr>
        <p:spPr>
          <a:xfrm>
            <a:off x="5851689" y="3589780"/>
            <a:ext cx="1260311" cy="1400383"/>
          </a:xfrm>
          <a:prstGeom prst="rect">
            <a:avLst/>
          </a:prstGeom>
          <a:noFill/>
        </p:spPr>
        <p:txBody>
          <a:bodyPr wrap="square" tIns="0" rIns="91440" bIns="0">
            <a:spAutoFit/>
          </a:bodyPr>
          <a:lstStyle/>
          <a:p>
            <a:pPr lvl="0">
              <a:spcAft>
                <a:spcPts val="600"/>
              </a:spcAft>
            </a:pPr>
            <a:r>
              <a:rPr lang="en-US" sz="1400" b="1"/>
              <a:t>Layer 2:</a:t>
            </a:r>
          </a:p>
          <a:p>
            <a:pPr>
              <a:spcAft>
                <a:spcPts val="600"/>
              </a:spcAft>
            </a:pPr>
            <a:r>
              <a:rPr lang="en-US" sz="1200"/>
              <a:t>Risk Platforms (GRC, case management, model risk, regulatory inventory)</a:t>
            </a:r>
          </a:p>
        </p:txBody>
      </p:sp>
      <p:sp>
        <p:nvSpPr>
          <p:cNvPr id="24" name="TextBox 23">
            <a:extLst>
              <a:ext uri="{FF2B5EF4-FFF2-40B4-BE49-F238E27FC236}">
                <a16:creationId xmlns:a16="http://schemas.microsoft.com/office/drawing/2014/main" id="{27A49092-2E1F-F948-612E-78C839F9DCCF}"/>
              </a:ext>
            </a:extLst>
          </p:cNvPr>
          <p:cNvSpPr txBox="1"/>
          <p:nvPr/>
        </p:nvSpPr>
        <p:spPr>
          <a:xfrm>
            <a:off x="4313465" y="4498145"/>
            <a:ext cx="1355580" cy="1031051"/>
          </a:xfrm>
          <a:prstGeom prst="rect">
            <a:avLst/>
          </a:prstGeom>
          <a:noFill/>
        </p:spPr>
        <p:txBody>
          <a:bodyPr wrap="square" tIns="0" rIns="91440" bIns="0">
            <a:spAutoFit/>
          </a:bodyPr>
          <a:lstStyle/>
          <a:p>
            <a:pPr lvl="0">
              <a:spcAft>
                <a:spcPts val="600"/>
              </a:spcAft>
            </a:pPr>
            <a:r>
              <a:rPr lang="en-US" sz="1400" b="1"/>
              <a:t>Layer 1:</a:t>
            </a:r>
          </a:p>
          <a:p>
            <a:pPr lvl="0">
              <a:spcAft>
                <a:spcPts val="600"/>
              </a:spcAft>
            </a:pPr>
            <a:r>
              <a:rPr lang="en-US" sz="1200"/>
              <a:t>Data (risk, controls, transactions, policies)</a:t>
            </a:r>
          </a:p>
        </p:txBody>
      </p:sp>
      <p:sp>
        <p:nvSpPr>
          <p:cNvPr id="25" name="TextBox 24">
            <a:extLst>
              <a:ext uri="{FF2B5EF4-FFF2-40B4-BE49-F238E27FC236}">
                <a16:creationId xmlns:a16="http://schemas.microsoft.com/office/drawing/2014/main" id="{24DE571B-6D76-A066-2E65-218C9339074D}"/>
              </a:ext>
            </a:extLst>
          </p:cNvPr>
          <p:cNvSpPr txBox="1"/>
          <p:nvPr/>
        </p:nvSpPr>
        <p:spPr>
          <a:xfrm>
            <a:off x="7389913" y="2681414"/>
            <a:ext cx="1339560" cy="661720"/>
          </a:xfrm>
          <a:prstGeom prst="rect">
            <a:avLst/>
          </a:prstGeom>
          <a:noFill/>
        </p:spPr>
        <p:txBody>
          <a:bodyPr wrap="square" tIns="0" rIns="91440" bIns="0">
            <a:spAutoFit/>
          </a:bodyPr>
          <a:lstStyle/>
          <a:p>
            <a:pPr lvl="0">
              <a:spcAft>
                <a:spcPts val="600"/>
              </a:spcAft>
            </a:pPr>
            <a:r>
              <a:rPr lang="fr-FR" sz="1400" b="1"/>
              <a:t>Layer 3:</a:t>
            </a:r>
          </a:p>
          <a:p>
            <a:pPr>
              <a:spcAft>
                <a:spcPts val="600"/>
              </a:spcAft>
            </a:pPr>
            <a:r>
              <a:rPr lang="fr-FR" sz="1200"/>
              <a:t>AI Intelligence Layer</a:t>
            </a:r>
          </a:p>
        </p:txBody>
      </p:sp>
      <p:sp>
        <p:nvSpPr>
          <p:cNvPr id="26" name="TextBox 25">
            <a:extLst>
              <a:ext uri="{FF2B5EF4-FFF2-40B4-BE49-F238E27FC236}">
                <a16:creationId xmlns:a16="http://schemas.microsoft.com/office/drawing/2014/main" id="{03F43256-F496-3E88-615A-DCABD8E6AE5D}"/>
              </a:ext>
            </a:extLst>
          </p:cNvPr>
          <p:cNvSpPr txBox="1"/>
          <p:nvPr/>
        </p:nvSpPr>
        <p:spPr>
          <a:xfrm>
            <a:off x="8931275" y="1773048"/>
            <a:ext cx="1336422" cy="846386"/>
          </a:xfrm>
          <a:prstGeom prst="rect">
            <a:avLst/>
          </a:prstGeom>
          <a:noFill/>
        </p:spPr>
        <p:txBody>
          <a:bodyPr wrap="square" tIns="0" rIns="91440" bIns="0">
            <a:spAutoFit/>
          </a:bodyPr>
          <a:lstStyle/>
          <a:p>
            <a:pPr lvl="0">
              <a:spcAft>
                <a:spcPts val="600"/>
              </a:spcAft>
            </a:pPr>
            <a:r>
              <a:rPr lang="en-US" sz="1400" b="1"/>
              <a:t>Layer 4:</a:t>
            </a:r>
          </a:p>
          <a:p>
            <a:pPr>
              <a:spcAft>
                <a:spcPts val="600"/>
              </a:spcAft>
            </a:pPr>
            <a:r>
              <a:rPr lang="en-US" sz="1200"/>
              <a:t>Agentic Orchestration Layer</a:t>
            </a:r>
          </a:p>
        </p:txBody>
      </p:sp>
      <p:sp>
        <p:nvSpPr>
          <p:cNvPr id="27" name="TextBox 26">
            <a:extLst>
              <a:ext uri="{FF2B5EF4-FFF2-40B4-BE49-F238E27FC236}">
                <a16:creationId xmlns:a16="http://schemas.microsoft.com/office/drawing/2014/main" id="{8F675735-5A86-6AEF-069D-1A8D8A91E673}"/>
              </a:ext>
            </a:extLst>
          </p:cNvPr>
          <p:cNvSpPr txBox="1"/>
          <p:nvPr/>
        </p:nvSpPr>
        <p:spPr>
          <a:xfrm>
            <a:off x="10561045" y="860125"/>
            <a:ext cx="1339557" cy="846386"/>
          </a:xfrm>
          <a:prstGeom prst="rect">
            <a:avLst/>
          </a:prstGeom>
          <a:noFill/>
        </p:spPr>
        <p:txBody>
          <a:bodyPr wrap="square" tIns="0" rIns="91440" bIns="0">
            <a:spAutoFit/>
          </a:bodyPr>
          <a:lstStyle/>
          <a:p>
            <a:pPr lvl="0">
              <a:spcAft>
                <a:spcPts val="600"/>
              </a:spcAft>
            </a:pPr>
            <a:r>
              <a:rPr lang="en-US" sz="1400" b="1"/>
              <a:t>Layer 5:</a:t>
            </a:r>
          </a:p>
          <a:p>
            <a:pPr>
              <a:spcAft>
                <a:spcPts val="600"/>
              </a:spcAft>
            </a:pPr>
            <a:r>
              <a:rPr lang="en-US" sz="1200"/>
              <a:t>Human Governance Layer</a:t>
            </a:r>
          </a:p>
        </p:txBody>
      </p:sp>
      <p:pic>
        <p:nvPicPr>
          <p:cNvPr id="36" name="Graphic 35">
            <a:extLst>
              <a:ext uri="{FF2B5EF4-FFF2-40B4-BE49-F238E27FC236}">
                <a16:creationId xmlns:a16="http://schemas.microsoft.com/office/drawing/2014/main" id="{85E90804-0ED8-6F1C-0442-556FA0DA68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52867" y="5553075"/>
            <a:ext cx="731520" cy="731520"/>
          </a:xfrm>
          <a:prstGeom prst="rect">
            <a:avLst/>
          </a:prstGeom>
        </p:spPr>
      </p:pic>
      <p:cxnSp>
        <p:nvCxnSpPr>
          <p:cNvPr id="38" name="Straight Arrow Connector 37">
            <a:extLst>
              <a:ext uri="{FF2B5EF4-FFF2-40B4-BE49-F238E27FC236}">
                <a16:creationId xmlns:a16="http://schemas.microsoft.com/office/drawing/2014/main" id="{B8DE7986-BB8B-11CB-C6C5-7013E3F91401}"/>
              </a:ext>
            </a:extLst>
          </p:cNvPr>
          <p:cNvCxnSpPr/>
          <p:nvPr/>
        </p:nvCxnSpPr>
        <p:spPr>
          <a:xfrm>
            <a:off x="3843867" y="6324600"/>
            <a:ext cx="7962050" cy="0"/>
          </a:xfrm>
          <a:prstGeom prst="straightConnector1">
            <a:avLst/>
          </a:prstGeom>
          <a:ln w="1270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CE69FC8B-9D34-2E41-1C3C-2EA3D070A678}"/>
              </a:ext>
            </a:extLst>
          </p:cNvPr>
          <p:cNvCxnSpPr>
            <a:cxnSpLocks/>
            <a:endCxn id="41" idx="0"/>
          </p:cNvCxnSpPr>
          <p:nvPr/>
        </p:nvCxnSpPr>
        <p:spPr>
          <a:xfrm>
            <a:off x="4214133" y="6153541"/>
            <a:ext cx="1" cy="171059"/>
          </a:xfrm>
          <a:prstGeom prst="line">
            <a:avLst/>
          </a:prstGeom>
          <a:ln w="9525">
            <a:solidFill>
              <a:schemeClr val="accent4"/>
            </a:solidFill>
            <a:headEnd type="none"/>
            <a:tailEnd type="diamond"/>
          </a:ln>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0ACDE101-FD3C-C950-1DF3-0D9ECB4AB854}"/>
              </a:ext>
            </a:extLst>
          </p:cNvPr>
          <p:cNvSpPr/>
          <p:nvPr/>
        </p:nvSpPr>
        <p:spPr>
          <a:xfrm>
            <a:off x="5712792" y="6324600"/>
            <a:ext cx="79131" cy="79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5141FED-A40E-B04D-9E4D-63DA48454936}"/>
              </a:ext>
            </a:extLst>
          </p:cNvPr>
          <p:cNvSpPr/>
          <p:nvPr/>
        </p:nvSpPr>
        <p:spPr>
          <a:xfrm>
            <a:off x="7251016" y="6324600"/>
            <a:ext cx="79131" cy="79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CCA6178-C8E0-F057-E6EC-2D7E7ECC5E48}"/>
              </a:ext>
            </a:extLst>
          </p:cNvPr>
          <p:cNvSpPr/>
          <p:nvPr/>
        </p:nvSpPr>
        <p:spPr>
          <a:xfrm>
            <a:off x="8789240" y="6324600"/>
            <a:ext cx="79131" cy="79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4A4AA9A-562B-C204-CDC5-5DE1C8DF510B}"/>
              </a:ext>
            </a:extLst>
          </p:cNvPr>
          <p:cNvSpPr/>
          <p:nvPr/>
        </p:nvSpPr>
        <p:spPr>
          <a:xfrm>
            <a:off x="10327465" y="6324600"/>
            <a:ext cx="79131" cy="79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CBBF4248-063B-5BF6-9044-0CAB9D8CCF44}"/>
              </a:ext>
            </a:extLst>
          </p:cNvPr>
          <p:cNvCxnSpPr>
            <a:cxnSpLocks/>
            <a:endCxn id="44" idx="0"/>
          </p:cNvCxnSpPr>
          <p:nvPr/>
        </p:nvCxnSpPr>
        <p:spPr>
          <a:xfrm>
            <a:off x="5752357" y="5245176"/>
            <a:ext cx="1" cy="1079424"/>
          </a:xfrm>
          <a:prstGeom prst="line">
            <a:avLst/>
          </a:prstGeom>
          <a:ln w="9525">
            <a:solidFill>
              <a:schemeClr val="accent4"/>
            </a:solidFill>
            <a:headEnd type="none"/>
            <a:tailEnd type="diamond"/>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736999FD-67C4-C792-7928-68CA970F1304}"/>
              </a:ext>
            </a:extLst>
          </p:cNvPr>
          <p:cNvCxnSpPr>
            <a:cxnSpLocks/>
            <a:endCxn id="45" idx="0"/>
          </p:cNvCxnSpPr>
          <p:nvPr/>
        </p:nvCxnSpPr>
        <p:spPr>
          <a:xfrm>
            <a:off x="7290581" y="4336810"/>
            <a:ext cx="1" cy="1987790"/>
          </a:xfrm>
          <a:prstGeom prst="line">
            <a:avLst/>
          </a:prstGeom>
          <a:ln w="9525">
            <a:solidFill>
              <a:schemeClr val="accent4"/>
            </a:solidFill>
            <a:headEnd type="none"/>
            <a:tailEnd type="diamond"/>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7F58A340-626D-4173-8F8C-DD1E3B0970BC}"/>
              </a:ext>
            </a:extLst>
          </p:cNvPr>
          <p:cNvCxnSpPr>
            <a:cxnSpLocks/>
            <a:endCxn id="46" idx="0"/>
          </p:cNvCxnSpPr>
          <p:nvPr/>
        </p:nvCxnSpPr>
        <p:spPr>
          <a:xfrm>
            <a:off x="8828805" y="3428444"/>
            <a:ext cx="1" cy="2896156"/>
          </a:xfrm>
          <a:prstGeom prst="line">
            <a:avLst/>
          </a:prstGeom>
          <a:ln w="9525">
            <a:solidFill>
              <a:schemeClr val="accent4"/>
            </a:solidFill>
            <a:headEnd type="none"/>
            <a:tailEnd type="diamond"/>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0AD9FE3-7A13-CFF1-6D46-F642B203B9EE}"/>
              </a:ext>
            </a:extLst>
          </p:cNvPr>
          <p:cNvCxnSpPr>
            <a:cxnSpLocks/>
            <a:stCxn id="72" idx="1"/>
            <a:endCxn id="47" idx="0"/>
          </p:cNvCxnSpPr>
          <p:nvPr/>
        </p:nvCxnSpPr>
        <p:spPr>
          <a:xfrm>
            <a:off x="10367029" y="2520078"/>
            <a:ext cx="2" cy="3804522"/>
          </a:xfrm>
          <a:prstGeom prst="line">
            <a:avLst/>
          </a:prstGeom>
          <a:ln w="9525">
            <a:solidFill>
              <a:schemeClr val="accent4"/>
            </a:solidFill>
            <a:headEnd type="none"/>
            <a:tailEnd type="diamond"/>
          </a:ln>
        </p:spPr>
        <p:style>
          <a:lnRef idx="2">
            <a:schemeClr val="accent1"/>
          </a:lnRef>
          <a:fillRef idx="0">
            <a:schemeClr val="accent1"/>
          </a:fillRef>
          <a:effectRef idx="1">
            <a:schemeClr val="accent1"/>
          </a:effectRef>
          <a:fontRef idx="minor">
            <a:schemeClr val="tx1"/>
          </a:fontRef>
        </p:style>
      </p:cxnSp>
      <p:sp>
        <p:nvSpPr>
          <p:cNvPr id="72" name="Arrow: Right 71">
            <a:extLst>
              <a:ext uri="{FF2B5EF4-FFF2-40B4-BE49-F238E27FC236}">
                <a16:creationId xmlns:a16="http://schemas.microsoft.com/office/drawing/2014/main" id="{5ED31900-84BD-58A0-E01D-43752F993A25}"/>
              </a:ext>
            </a:extLst>
          </p:cNvPr>
          <p:cNvSpPr/>
          <p:nvPr/>
        </p:nvSpPr>
        <p:spPr>
          <a:xfrm rot="16200000">
            <a:off x="9551490" y="1518497"/>
            <a:ext cx="1631077" cy="372085"/>
          </a:xfrm>
          <a:prstGeom prst="rightArrow">
            <a:avLst>
              <a:gd name="adj1" fmla="val 50000"/>
              <a:gd name="adj2" fmla="val 75572"/>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Graphic 74">
            <a:extLst>
              <a:ext uri="{FF2B5EF4-FFF2-40B4-BE49-F238E27FC236}">
                <a16:creationId xmlns:a16="http://schemas.microsoft.com/office/drawing/2014/main" id="{71D7A9CA-FBF4-E6E6-B5F4-5A99762245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82640" y="5187315"/>
            <a:ext cx="731520" cy="731520"/>
          </a:xfrm>
          <a:prstGeom prst="rect">
            <a:avLst/>
          </a:prstGeom>
        </p:spPr>
      </p:pic>
      <p:pic>
        <p:nvPicPr>
          <p:cNvPr id="77" name="Graphic 76">
            <a:extLst>
              <a:ext uri="{FF2B5EF4-FFF2-40B4-BE49-F238E27FC236}">
                <a16:creationId xmlns:a16="http://schemas.microsoft.com/office/drawing/2014/main" id="{FE7A5120-F5FE-47C2-9986-7DC83E3A323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27382" y="3524071"/>
            <a:ext cx="731520" cy="731520"/>
          </a:xfrm>
          <a:prstGeom prst="rect">
            <a:avLst/>
          </a:prstGeom>
        </p:spPr>
      </p:pic>
      <p:pic>
        <p:nvPicPr>
          <p:cNvPr id="78" name="Graphic 77">
            <a:extLst>
              <a:ext uri="{FF2B5EF4-FFF2-40B4-BE49-F238E27FC236}">
                <a16:creationId xmlns:a16="http://schemas.microsoft.com/office/drawing/2014/main" id="{B5AA6089-0AF0-28CC-FC98-F14E83D5B6D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60094" y="2676376"/>
            <a:ext cx="731520" cy="731520"/>
          </a:xfrm>
          <a:prstGeom prst="rect">
            <a:avLst/>
          </a:prstGeom>
        </p:spPr>
      </p:pic>
      <p:pic>
        <p:nvPicPr>
          <p:cNvPr id="80" name="Graphic 79">
            <a:extLst>
              <a:ext uri="{FF2B5EF4-FFF2-40B4-BE49-F238E27FC236}">
                <a16:creationId xmlns:a16="http://schemas.microsoft.com/office/drawing/2014/main" id="{FF526DE3-53CA-709B-A478-465660EF176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92635" y="1816366"/>
            <a:ext cx="731520" cy="731520"/>
          </a:xfrm>
          <a:prstGeom prst="rect">
            <a:avLst/>
          </a:prstGeom>
        </p:spPr>
      </p:pic>
      <p:sp>
        <p:nvSpPr>
          <p:cNvPr id="11" name="Arrow: Right 10">
            <a:extLst>
              <a:ext uri="{FF2B5EF4-FFF2-40B4-BE49-F238E27FC236}">
                <a16:creationId xmlns:a16="http://schemas.microsoft.com/office/drawing/2014/main" id="{A5AD7549-E1E1-541E-BDF4-3246A31EC85B}"/>
              </a:ext>
            </a:extLst>
          </p:cNvPr>
          <p:cNvSpPr/>
          <p:nvPr/>
        </p:nvSpPr>
        <p:spPr>
          <a:xfrm rot="16200000">
            <a:off x="8012919" y="2426863"/>
            <a:ext cx="1631077" cy="372085"/>
          </a:xfrm>
          <a:prstGeom prst="rightArrow">
            <a:avLst>
              <a:gd name="adj1" fmla="val 50000"/>
              <a:gd name="adj2" fmla="val 7557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0676CA4E-7185-CA2F-B430-F0E41CD66F52}"/>
              </a:ext>
            </a:extLst>
          </p:cNvPr>
          <p:cNvSpPr/>
          <p:nvPr/>
        </p:nvSpPr>
        <p:spPr>
          <a:xfrm rot="16200000">
            <a:off x="6476154" y="3335229"/>
            <a:ext cx="1631077" cy="372085"/>
          </a:xfrm>
          <a:prstGeom prst="rightArrow">
            <a:avLst>
              <a:gd name="adj1" fmla="val 50000"/>
              <a:gd name="adj2" fmla="val 75572"/>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99E18EA0-DFAD-72D9-5BE4-0ED6055DFC19}"/>
              </a:ext>
            </a:extLst>
          </p:cNvPr>
          <p:cNvSpPr/>
          <p:nvPr/>
        </p:nvSpPr>
        <p:spPr>
          <a:xfrm rot="16200000">
            <a:off x="4933350" y="4243595"/>
            <a:ext cx="1631077" cy="372085"/>
          </a:xfrm>
          <a:prstGeom prst="rightArrow">
            <a:avLst>
              <a:gd name="adj1" fmla="val 50000"/>
              <a:gd name="adj2" fmla="val 75572"/>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B675C340-7E83-CA38-4BF4-B1EB6E1885D3}"/>
              </a:ext>
            </a:extLst>
          </p:cNvPr>
          <p:cNvSpPr/>
          <p:nvPr/>
        </p:nvSpPr>
        <p:spPr>
          <a:xfrm rot="16200000">
            <a:off x="3394889" y="5151960"/>
            <a:ext cx="1631077" cy="372085"/>
          </a:xfrm>
          <a:prstGeom prst="rightArrow">
            <a:avLst>
              <a:gd name="adj1" fmla="val 50000"/>
              <a:gd name="adj2" fmla="val 75572"/>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9555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D74E7-FA1D-4D5F-9729-E8644A4173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768BA36-5243-75B6-D20F-A9158BBDC880}"/>
              </a:ext>
            </a:extLst>
          </p:cNvPr>
          <p:cNvSpPr/>
          <p:nvPr/>
        </p:nvSpPr>
        <p:spPr>
          <a:xfrm>
            <a:off x="6149975" y="1406525"/>
            <a:ext cx="5673725" cy="4916395"/>
          </a:xfrm>
          <a:prstGeom prst="rect">
            <a:avLst/>
          </a:prstGeom>
          <a:solidFill>
            <a:srgbClr val="F5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695FF68B-CA25-6A4B-B82B-9EE22AB210EC}"/>
              </a:ext>
            </a:extLst>
          </p:cNvPr>
          <p:cNvSpPr>
            <a:spLocks noGrp="1"/>
          </p:cNvSpPr>
          <p:nvPr>
            <p:ph type="title"/>
          </p:nvPr>
        </p:nvSpPr>
        <p:spPr>
          <a:xfrm>
            <a:off x="370062" y="337407"/>
            <a:ext cx="11453638" cy="387798"/>
          </a:xfrm>
        </p:spPr>
        <p:txBody>
          <a:bodyPr/>
          <a:lstStyle/>
          <a:p>
            <a:r>
              <a:rPr lang="en-US"/>
              <a:t>What Is “Next Generation Risk Analytics”?</a:t>
            </a:r>
          </a:p>
        </p:txBody>
      </p:sp>
      <p:graphicFrame>
        <p:nvGraphicFramePr>
          <p:cNvPr id="6" name="Content Placeholder 5">
            <a:extLst>
              <a:ext uri="{FF2B5EF4-FFF2-40B4-BE49-F238E27FC236}">
                <a16:creationId xmlns:a16="http://schemas.microsoft.com/office/drawing/2014/main" id="{3A6AA1F5-E43B-2B57-BBDE-0AD365810E4D}"/>
              </a:ext>
            </a:extLst>
          </p:cNvPr>
          <p:cNvGraphicFramePr>
            <a:graphicFrameLocks noGrp="1"/>
          </p:cNvGraphicFramePr>
          <p:nvPr>
            <p:ph sz="quarter" idx="11"/>
            <p:extLst>
              <p:ext uri="{D42A27DB-BD31-4B8C-83A1-F6EECF244321}">
                <p14:modId xmlns:p14="http://schemas.microsoft.com/office/powerpoint/2010/main" val="1548503244"/>
              </p:ext>
            </p:extLst>
          </p:nvPr>
        </p:nvGraphicFramePr>
        <p:xfrm>
          <a:off x="368300" y="1848945"/>
          <a:ext cx="5673726" cy="2042160"/>
        </p:xfrm>
        <a:graphic>
          <a:graphicData uri="http://schemas.openxmlformats.org/drawingml/2006/table">
            <a:tbl>
              <a:tblPr firstRow="1" bandRow="1">
                <a:tableStyleId>{605943CB-6F42-4776-B506-94E284F2829C}</a:tableStyleId>
              </a:tblPr>
              <a:tblGrid>
                <a:gridCol w="2836863">
                  <a:extLst>
                    <a:ext uri="{9D8B030D-6E8A-4147-A177-3AD203B41FA5}">
                      <a16:colId xmlns:a16="http://schemas.microsoft.com/office/drawing/2014/main" val="1257532664"/>
                    </a:ext>
                  </a:extLst>
                </a:gridCol>
                <a:gridCol w="2836863">
                  <a:extLst>
                    <a:ext uri="{9D8B030D-6E8A-4147-A177-3AD203B41FA5}">
                      <a16:colId xmlns:a16="http://schemas.microsoft.com/office/drawing/2014/main" val="2033387202"/>
                    </a:ext>
                  </a:extLst>
                </a:gridCol>
              </a:tblGrid>
              <a:tr h="0">
                <a:tc>
                  <a:txBody>
                    <a:bodyPr/>
                    <a:lstStyle/>
                    <a:p>
                      <a:pPr>
                        <a:buNone/>
                      </a:pPr>
                      <a:r>
                        <a:rPr lang="en-US" sz="1400">
                          <a:solidFill>
                            <a:schemeClr val="accent1"/>
                          </a:solidFill>
                        </a:rPr>
                        <a:t>Today</a:t>
                      </a:r>
                    </a:p>
                  </a:txBody>
                  <a:tcPr marL="0" anchor="ctr">
                    <a:lnL>
                      <a:noFill/>
                    </a:lnL>
                    <a:lnR>
                      <a:noFill/>
                    </a:lnR>
                    <a:lnT>
                      <a:noFill/>
                    </a:lnT>
                    <a:lnB w="12700" cap="flat" cmpd="sng" algn="ctr">
                      <a:solidFill>
                        <a:schemeClr val="accent1"/>
                      </a:solidFill>
                      <a:prstDash val="solid"/>
                      <a:round/>
                      <a:headEnd type="none" w="med" len="med"/>
                      <a:tailEnd type="none" w="med" len="med"/>
                    </a:lnB>
                  </a:tcPr>
                </a:tc>
                <a:tc>
                  <a:txBody>
                    <a:bodyPr/>
                    <a:lstStyle/>
                    <a:p>
                      <a:pPr>
                        <a:buNone/>
                      </a:pPr>
                      <a:r>
                        <a:rPr lang="en-US" sz="1400">
                          <a:solidFill>
                            <a:schemeClr val="accent1"/>
                          </a:solidFill>
                        </a:rPr>
                        <a:t>Future</a:t>
                      </a:r>
                    </a:p>
                  </a:txBody>
                  <a:tcPr anchor="ctr">
                    <a:lnL>
                      <a:noFill/>
                    </a:lnL>
                    <a:lnR>
                      <a:noFill/>
                    </a:lnR>
                    <a:lnT>
                      <a:noFill/>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2276177"/>
                  </a:ext>
                </a:extLst>
              </a:tr>
              <a:tr h="0">
                <a:tc>
                  <a:txBody>
                    <a:bodyPr/>
                    <a:lstStyle/>
                    <a:p>
                      <a:pPr>
                        <a:buNone/>
                      </a:pPr>
                      <a:r>
                        <a:rPr lang="en-US" sz="1400"/>
                        <a:t>Static dashboards</a:t>
                      </a:r>
                    </a:p>
                  </a:txBody>
                  <a:tcPr marL="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buNone/>
                      </a:pPr>
                      <a:r>
                        <a:rPr lang="en-US" sz="1400"/>
                        <a:t>Continuous sensing</a:t>
                      </a:r>
                    </a:p>
                  </a:txBody>
                  <a:tcPr anchor="ctr">
                    <a:lnL>
                      <a:noFill/>
                    </a:lnL>
                    <a:lnR>
                      <a:noFill/>
                    </a:lnR>
                    <a:lnT w="12700" cap="flat" cmpd="sng" algn="ctr">
                      <a:solidFill>
                        <a:schemeClr val="accent1"/>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57761818"/>
                  </a:ext>
                </a:extLst>
              </a:tr>
              <a:tr h="0">
                <a:tc>
                  <a:txBody>
                    <a:bodyPr/>
                    <a:lstStyle/>
                    <a:p>
                      <a:pPr>
                        <a:buNone/>
                      </a:pPr>
                      <a:r>
                        <a:rPr lang="en-US" sz="1400"/>
                        <a:t>Manual regulatory mapping</a:t>
                      </a:r>
                    </a:p>
                  </a:txBody>
                  <a:tcPr marL="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buNone/>
                      </a:pPr>
                      <a:r>
                        <a:rPr lang="en-US" sz="1400"/>
                        <a:t>Autonomous regulatory interpretation</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61942472"/>
                  </a:ext>
                </a:extLst>
              </a:tr>
              <a:tr h="0">
                <a:tc>
                  <a:txBody>
                    <a:bodyPr/>
                    <a:lstStyle/>
                    <a:p>
                      <a:pPr>
                        <a:buNone/>
                      </a:pPr>
                      <a:r>
                        <a:rPr lang="en-US" sz="1400"/>
                        <a:t>Periodic control testing</a:t>
                      </a:r>
                    </a:p>
                  </a:txBody>
                  <a:tcPr marL="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buNone/>
                      </a:pPr>
                      <a:r>
                        <a:rPr lang="en-US" sz="1400"/>
                        <a:t>Real-time control monitoring</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971947968"/>
                  </a:ext>
                </a:extLst>
              </a:tr>
              <a:tr h="0">
                <a:tc>
                  <a:txBody>
                    <a:bodyPr/>
                    <a:lstStyle/>
                    <a:p>
                      <a:pPr>
                        <a:buNone/>
                      </a:pPr>
                      <a:r>
                        <a:rPr lang="en-US" sz="1400"/>
                        <a:t>Human coordination</a:t>
                      </a:r>
                    </a:p>
                  </a:txBody>
                  <a:tcPr marL="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buNone/>
                      </a:pPr>
                      <a:r>
                        <a:rPr lang="en-US" sz="1400"/>
                        <a:t>Agent orchestration</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047685244"/>
                  </a:ext>
                </a:extLst>
              </a:tr>
              <a:tr h="0">
                <a:tc>
                  <a:txBody>
                    <a:bodyPr/>
                    <a:lstStyle/>
                    <a:p>
                      <a:pPr>
                        <a:buNone/>
                      </a:pPr>
                      <a:r>
                        <a:rPr lang="en-US" sz="1400"/>
                        <a:t>Reactive remediation</a:t>
                      </a:r>
                    </a:p>
                  </a:txBody>
                  <a:tcPr marL="0" anchor="ctr">
                    <a:lnL>
                      <a:noFill/>
                    </a:lnL>
                    <a:lnR>
                      <a:noFill/>
                    </a:lnR>
                    <a:lnT w="12700" cap="flat" cmpd="sng" algn="ctr">
                      <a:solidFill>
                        <a:schemeClr val="bg2"/>
                      </a:solidFill>
                      <a:prstDash val="solid"/>
                      <a:round/>
                      <a:headEnd type="none" w="med" len="med"/>
                      <a:tailEnd type="none" w="med" len="med"/>
                    </a:lnT>
                    <a:lnB>
                      <a:noFill/>
                    </a:lnB>
                  </a:tcPr>
                </a:tc>
                <a:tc>
                  <a:txBody>
                    <a:bodyPr/>
                    <a:lstStyle/>
                    <a:p>
                      <a:pPr>
                        <a:buNone/>
                      </a:pPr>
                      <a:r>
                        <a:rPr lang="en-US" sz="1400"/>
                        <a:t>Predictive risk mitigation</a:t>
                      </a:r>
                    </a:p>
                  </a:txBody>
                  <a:tcPr anchor="ctr">
                    <a:lnL>
                      <a:noFill/>
                    </a:lnL>
                    <a:lnR>
                      <a:noFill/>
                    </a:lnR>
                    <a:lnT w="12700" cap="flat" cmpd="sng" algn="ctr">
                      <a:solidFill>
                        <a:schemeClr val="bg2"/>
                      </a:solidFill>
                      <a:prstDash val="solid"/>
                      <a:round/>
                      <a:headEnd type="none" w="med" len="med"/>
                      <a:tailEnd type="none" w="med" len="med"/>
                    </a:lnT>
                    <a:lnB>
                      <a:noFill/>
                    </a:lnB>
                  </a:tcPr>
                </a:tc>
                <a:extLst>
                  <a:ext uri="{0D108BD9-81ED-4DB2-BD59-A6C34878D82A}">
                    <a16:rowId xmlns:a16="http://schemas.microsoft.com/office/drawing/2014/main" val="169229019"/>
                  </a:ext>
                </a:extLst>
              </a:tr>
            </a:tbl>
          </a:graphicData>
        </a:graphic>
      </p:graphicFrame>
      <p:sp>
        <p:nvSpPr>
          <p:cNvPr id="7" name="TextBox 6">
            <a:extLst>
              <a:ext uri="{FF2B5EF4-FFF2-40B4-BE49-F238E27FC236}">
                <a16:creationId xmlns:a16="http://schemas.microsoft.com/office/drawing/2014/main" id="{A7D13956-B25E-2CAE-6186-4A7D1E6E0F0B}"/>
              </a:ext>
            </a:extLst>
          </p:cNvPr>
          <p:cNvSpPr txBox="1"/>
          <p:nvPr/>
        </p:nvSpPr>
        <p:spPr>
          <a:xfrm>
            <a:off x="370062" y="1361185"/>
            <a:ext cx="5671963" cy="3693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An AI-powered risk ecosystem where agents sense, interpret, recommend, and coordinate — with humans governing critical decisions.</a:t>
            </a:r>
            <a:endParaRPr kumimoji="0" lang="en-US" sz="1200" b="0" i="0" u="none" strike="noStrike" kern="1200" cap="none" spc="0" normalizeH="0" baseline="0" noProof="0">
              <a:ln>
                <a:noFill/>
              </a:ln>
              <a:solidFill>
                <a:srgbClr val="000000"/>
              </a:solidFill>
              <a:effectLst/>
              <a:uLnTx/>
              <a:uFillTx/>
              <a:latin typeface="Georgia"/>
              <a:ea typeface="+mn-ea"/>
              <a:cs typeface="+mn-cs"/>
            </a:endParaRPr>
          </a:p>
        </p:txBody>
      </p:sp>
      <p:sp>
        <p:nvSpPr>
          <p:cNvPr id="5" name="TextBox 4">
            <a:extLst>
              <a:ext uri="{FF2B5EF4-FFF2-40B4-BE49-F238E27FC236}">
                <a16:creationId xmlns:a16="http://schemas.microsoft.com/office/drawing/2014/main" id="{D4B4550A-1684-2EAB-D52C-9A521A00FEAA}"/>
              </a:ext>
            </a:extLst>
          </p:cNvPr>
          <p:cNvSpPr txBox="1"/>
          <p:nvPr/>
        </p:nvSpPr>
        <p:spPr>
          <a:xfrm>
            <a:off x="368300" y="3923354"/>
            <a:ext cx="5673726" cy="1777410"/>
          </a:xfrm>
          <a:prstGeom prst="rect">
            <a:avLst/>
          </a:prstGeom>
          <a:solidFill>
            <a:srgbClr val="FFF5ED"/>
          </a:solidFill>
        </p:spPr>
        <p:txBody>
          <a:bodyPr rot="0" spcFirstLastPara="0" vertOverflow="overflow" horzOverflow="overflow" vert="horz" wrap="square" lIns="1005840" tIns="91440" rIns="91440" bIns="9144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a:ea typeface="+mn-ea"/>
                <a:cs typeface="+mn-cs"/>
              </a:rPr>
              <a:t>Why Risk Must Evolve Now</a:t>
            </a:r>
          </a:p>
          <a:p>
            <a:pPr marL="173736" marR="0" lvl="0" indent="-173736"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Regulatory velocity increasing</a:t>
            </a:r>
          </a:p>
          <a:p>
            <a:pPr marL="173736" marR="0" lvl="0" indent="-173736"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Fragmented risk data across silos</a:t>
            </a:r>
          </a:p>
          <a:p>
            <a:pPr marL="173736" marR="0" lvl="0" indent="-173736"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Manual interpretation of regulation</a:t>
            </a:r>
          </a:p>
          <a:p>
            <a:pPr marL="173736" marR="0" lvl="0" indent="-173736"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Control testing lag vs real-time risk</a:t>
            </a:r>
          </a:p>
          <a:p>
            <a:pPr marL="173736" marR="0" lvl="0" indent="-173736"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Rising cost of compliance</a:t>
            </a:r>
          </a:p>
          <a:p>
            <a:pPr marL="173736" marR="0" lvl="0" indent="-173736"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AI adoption happening outside risk faster than inside risk</a:t>
            </a:r>
          </a:p>
        </p:txBody>
      </p:sp>
      <p:sp>
        <p:nvSpPr>
          <p:cNvPr id="12" name="TextBox 11">
            <a:extLst>
              <a:ext uri="{FF2B5EF4-FFF2-40B4-BE49-F238E27FC236}">
                <a16:creationId xmlns:a16="http://schemas.microsoft.com/office/drawing/2014/main" id="{E637F949-657C-89B7-E748-347C0D2772CD}"/>
              </a:ext>
            </a:extLst>
          </p:cNvPr>
          <p:cNvSpPr txBox="1"/>
          <p:nvPr/>
        </p:nvSpPr>
        <p:spPr>
          <a:xfrm>
            <a:off x="368300" y="5763693"/>
            <a:ext cx="5673725" cy="569387"/>
          </a:xfrm>
          <a:prstGeom prst="rect">
            <a:avLst/>
          </a:prstGeom>
          <a:solidFill>
            <a:srgbClr val="FFE8D4"/>
          </a:solid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a:ea typeface="+mn-ea"/>
                <a:cs typeface="+mn-cs"/>
              </a:rPr>
              <a:t>Message: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The current risk model cannot scale to regulatory and business velocity.</a:t>
            </a:r>
            <a:endParaRPr kumimoji="0" lang="en-US" sz="1400" b="0" i="0" u="none" strike="noStrike" kern="1200" cap="none" spc="0" normalizeH="0" baseline="0" noProof="0">
              <a:ln>
                <a:noFill/>
              </a:ln>
              <a:solidFill>
                <a:srgbClr val="000000"/>
              </a:solidFill>
              <a:effectLst/>
              <a:uLnTx/>
              <a:uFillTx/>
              <a:latin typeface="Georgia"/>
              <a:ea typeface="+mn-ea"/>
              <a:cs typeface="+mn-cs"/>
            </a:endParaRPr>
          </a:p>
        </p:txBody>
      </p:sp>
      <p:pic>
        <p:nvPicPr>
          <p:cNvPr id="3" name="Graphic 2">
            <a:extLst>
              <a:ext uri="{FF2B5EF4-FFF2-40B4-BE49-F238E27FC236}">
                <a16:creationId xmlns:a16="http://schemas.microsoft.com/office/drawing/2014/main" id="{4BE6DBEF-DF31-DC29-BC14-AB4861ED14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3060" y="4000939"/>
            <a:ext cx="731520" cy="731520"/>
          </a:xfrm>
          <a:prstGeom prst="rect">
            <a:avLst/>
          </a:prstGeom>
        </p:spPr>
      </p:pic>
      <p:grpSp>
        <p:nvGrpSpPr>
          <p:cNvPr id="15" name="Group 14">
            <a:extLst>
              <a:ext uri="{FF2B5EF4-FFF2-40B4-BE49-F238E27FC236}">
                <a16:creationId xmlns:a16="http://schemas.microsoft.com/office/drawing/2014/main" id="{471D829E-C2AE-FC69-54F5-7ABEB48AF440}"/>
              </a:ext>
            </a:extLst>
          </p:cNvPr>
          <p:cNvGrpSpPr/>
          <p:nvPr/>
        </p:nvGrpSpPr>
        <p:grpSpPr>
          <a:xfrm>
            <a:off x="6254112" y="1572021"/>
            <a:ext cx="5465444" cy="316992"/>
            <a:chOff x="6297169" y="1664208"/>
            <a:chExt cx="6059109" cy="451104"/>
          </a:xfrm>
        </p:grpSpPr>
        <p:sp>
          <p:nvSpPr>
            <p:cNvPr id="4" name="Arrow: Pentagon 3">
              <a:extLst>
                <a:ext uri="{FF2B5EF4-FFF2-40B4-BE49-F238E27FC236}">
                  <a16:creationId xmlns:a16="http://schemas.microsoft.com/office/drawing/2014/main" id="{84A8F2A2-8F53-4AF6-C9C2-E7D069425C58}"/>
                </a:ext>
              </a:extLst>
            </p:cNvPr>
            <p:cNvSpPr/>
            <p:nvPr/>
          </p:nvSpPr>
          <p:spPr>
            <a:xfrm>
              <a:off x="6297169" y="1664208"/>
              <a:ext cx="1334708" cy="451104"/>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solidFill>
                    <a:schemeClr val="tx1"/>
                  </a:solidFill>
                </a:rPr>
                <a:t>Unify</a:t>
              </a:r>
            </a:p>
          </p:txBody>
        </p:sp>
        <p:sp>
          <p:nvSpPr>
            <p:cNvPr id="8" name="Arrow: Chevron 7">
              <a:extLst>
                <a:ext uri="{FF2B5EF4-FFF2-40B4-BE49-F238E27FC236}">
                  <a16:creationId xmlns:a16="http://schemas.microsoft.com/office/drawing/2014/main" id="{751FDFF9-F5BF-7948-64F4-5DCDEDC1F061}"/>
                </a:ext>
              </a:extLst>
            </p:cNvPr>
            <p:cNvSpPr/>
            <p:nvPr/>
          </p:nvSpPr>
          <p:spPr>
            <a:xfrm>
              <a:off x="7478269" y="1664208"/>
              <a:ext cx="1334708" cy="451104"/>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solidFill>
                    <a:schemeClr val="tx1"/>
                  </a:solidFill>
                </a:rPr>
                <a:t>Interpret</a:t>
              </a:r>
            </a:p>
          </p:txBody>
        </p:sp>
        <p:sp>
          <p:nvSpPr>
            <p:cNvPr id="11" name="Arrow: Chevron 10">
              <a:extLst>
                <a:ext uri="{FF2B5EF4-FFF2-40B4-BE49-F238E27FC236}">
                  <a16:creationId xmlns:a16="http://schemas.microsoft.com/office/drawing/2014/main" id="{4B08565B-6280-701C-CBDC-DBFD99658A90}"/>
                </a:ext>
              </a:extLst>
            </p:cNvPr>
            <p:cNvSpPr/>
            <p:nvPr/>
          </p:nvSpPr>
          <p:spPr>
            <a:xfrm>
              <a:off x="8659369" y="1664208"/>
              <a:ext cx="1334708" cy="451104"/>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solidFill>
                    <a:schemeClr val="tx1"/>
                  </a:solidFill>
                </a:rPr>
                <a:t>Orchestrate</a:t>
              </a:r>
            </a:p>
          </p:txBody>
        </p:sp>
        <p:sp>
          <p:nvSpPr>
            <p:cNvPr id="13" name="Arrow: Chevron 12">
              <a:extLst>
                <a:ext uri="{FF2B5EF4-FFF2-40B4-BE49-F238E27FC236}">
                  <a16:creationId xmlns:a16="http://schemas.microsoft.com/office/drawing/2014/main" id="{91DF5395-863D-F29B-EBC8-A168654F0756}"/>
                </a:ext>
              </a:extLst>
            </p:cNvPr>
            <p:cNvSpPr/>
            <p:nvPr/>
          </p:nvSpPr>
          <p:spPr>
            <a:xfrm>
              <a:off x="9840469" y="1664208"/>
              <a:ext cx="1334708" cy="451104"/>
            </a:xfrm>
            <a:prstGeom prst="chevron">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solidFill>
                    <a:schemeClr val="tx1"/>
                  </a:solidFill>
                </a:rPr>
                <a:t>Monitor</a:t>
              </a:r>
            </a:p>
          </p:txBody>
        </p:sp>
        <p:sp>
          <p:nvSpPr>
            <p:cNvPr id="14" name="Arrow: Chevron 13">
              <a:extLst>
                <a:ext uri="{FF2B5EF4-FFF2-40B4-BE49-F238E27FC236}">
                  <a16:creationId xmlns:a16="http://schemas.microsoft.com/office/drawing/2014/main" id="{7EA1332E-5CBC-6F29-37F2-6E666C0B2E1F}"/>
                </a:ext>
              </a:extLst>
            </p:cNvPr>
            <p:cNvSpPr/>
            <p:nvPr/>
          </p:nvSpPr>
          <p:spPr>
            <a:xfrm>
              <a:off x="11021569" y="1664208"/>
              <a:ext cx="1334708" cy="451104"/>
            </a:xfrm>
            <a:prstGeom prst="chevron">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solidFill>
                    <a:schemeClr val="tx1"/>
                  </a:solidFill>
                </a:rPr>
                <a:t>Explain</a:t>
              </a:r>
            </a:p>
          </p:txBody>
        </p:sp>
        <p:sp>
          <p:nvSpPr>
            <p:cNvPr id="64" name="Rectangle 63">
              <a:extLst>
                <a:ext uri="{FF2B5EF4-FFF2-40B4-BE49-F238E27FC236}">
                  <a16:creationId xmlns:a16="http://schemas.microsoft.com/office/drawing/2014/main" id="{82978C86-591E-A1F1-F9F4-88D0EF189024}"/>
                </a:ext>
              </a:extLst>
            </p:cNvPr>
            <p:cNvSpPr/>
            <p:nvPr/>
          </p:nvSpPr>
          <p:spPr>
            <a:xfrm>
              <a:off x="12037514" y="1664208"/>
              <a:ext cx="318764" cy="451104"/>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100" b="1">
                <a:solidFill>
                  <a:schemeClr val="tx1"/>
                </a:solidFill>
              </a:endParaRPr>
            </a:p>
          </p:txBody>
        </p:sp>
      </p:grpSp>
      <p:sp>
        <p:nvSpPr>
          <p:cNvPr id="17" name="Diamond 16">
            <a:extLst>
              <a:ext uri="{FF2B5EF4-FFF2-40B4-BE49-F238E27FC236}">
                <a16:creationId xmlns:a16="http://schemas.microsoft.com/office/drawing/2014/main" id="{FF37E4C9-1C03-1361-1EE0-F13813848ED5}"/>
              </a:ext>
            </a:extLst>
          </p:cNvPr>
          <p:cNvSpPr/>
          <p:nvPr/>
        </p:nvSpPr>
        <p:spPr>
          <a:xfrm>
            <a:off x="7610475" y="2199470"/>
            <a:ext cx="2752726" cy="2752724"/>
          </a:xfrm>
          <a:prstGeom prst="diamond">
            <a:avLst/>
          </a:prstGeom>
          <a:solidFill>
            <a:schemeClr val="accent2"/>
          </a:solidFill>
          <a:ln w="96143"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000">
              <a:solidFill>
                <a:schemeClr val="tx1"/>
              </a:solidFill>
            </a:endParaRPr>
          </a:p>
        </p:txBody>
      </p:sp>
      <p:grpSp>
        <p:nvGrpSpPr>
          <p:cNvPr id="26" name="Group 25">
            <a:extLst>
              <a:ext uri="{FF2B5EF4-FFF2-40B4-BE49-F238E27FC236}">
                <a16:creationId xmlns:a16="http://schemas.microsoft.com/office/drawing/2014/main" id="{BEB2A56A-CE3D-CA33-130D-414265E84838}"/>
              </a:ext>
            </a:extLst>
          </p:cNvPr>
          <p:cNvGrpSpPr/>
          <p:nvPr/>
        </p:nvGrpSpPr>
        <p:grpSpPr>
          <a:xfrm>
            <a:off x="8364515" y="2926548"/>
            <a:ext cx="1236469" cy="1323431"/>
            <a:chOff x="8341275" y="2997647"/>
            <a:chExt cx="1284549" cy="1323431"/>
          </a:xfrm>
        </p:grpSpPr>
        <p:cxnSp>
          <p:nvCxnSpPr>
            <p:cNvPr id="18" name="Straight Connector 17">
              <a:extLst>
                <a:ext uri="{FF2B5EF4-FFF2-40B4-BE49-F238E27FC236}">
                  <a16:creationId xmlns:a16="http://schemas.microsoft.com/office/drawing/2014/main" id="{EEBBA25B-E526-9145-983E-19BC2B4644AD}"/>
                </a:ext>
              </a:extLst>
            </p:cNvPr>
            <p:cNvCxnSpPr>
              <a:cxnSpLocks/>
            </p:cNvCxnSpPr>
            <p:nvPr/>
          </p:nvCxnSpPr>
          <p:spPr>
            <a:xfrm flipH="1">
              <a:off x="8341275" y="3637640"/>
              <a:ext cx="1284549" cy="0"/>
            </a:xfrm>
            <a:prstGeom prst="line">
              <a:avLst/>
            </a:prstGeom>
            <a:ln w="15875">
              <a:solidFill>
                <a:srgbClr val="FFCDA8"/>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02BB82D-630F-6EFD-53E4-46FD024D6F0A}"/>
                </a:ext>
              </a:extLst>
            </p:cNvPr>
            <p:cNvCxnSpPr>
              <a:cxnSpLocks/>
            </p:cNvCxnSpPr>
            <p:nvPr/>
          </p:nvCxnSpPr>
          <p:spPr>
            <a:xfrm>
              <a:off x="8986837" y="2997647"/>
              <a:ext cx="0" cy="1323431"/>
            </a:xfrm>
            <a:prstGeom prst="line">
              <a:avLst/>
            </a:prstGeom>
            <a:ln w="15875">
              <a:solidFill>
                <a:srgbClr val="FFCDA8"/>
              </a:solidFill>
            </a:ln>
          </p:spPr>
          <p:style>
            <a:lnRef idx="2">
              <a:schemeClr val="accent1"/>
            </a:lnRef>
            <a:fillRef idx="0">
              <a:schemeClr val="accent1"/>
            </a:fillRef>
            <a:effectRef idx="1">
              <a:schemeClr val="accent1"/>
            </a:effectRef>
            <a:fontRef idx="minor">
              <a:schemeClr val="tx1"/>
            </a:fontRef>
          </p:style>
        </p:cxnSp>
      </p:grpSp>
      <p:sp>
        <p:nvSpPr>
          <p:cNvPr id="20" name="Diamond 19">
            <a:extLst>
              <a:ext uri="{FF2B5EF4-FFF2-40B4-BE49-F238E27FC236}">
                <a16:creationId xmlns:a16="http://schemas.microsoft.com/office/drawing/2014/main" id="{5572F905-A26C-0E02-02AD-66F6468CB301}"/>
              </a:ext>
            </a:extLst>
          </p:cNvPr>
          <p:cNvSpPr/>
          <p:nvPr/>
        </p:nvSpPr>
        <p:spPr>
          <a:xfrm rot="2700000">
            <a:off x="8336072" y="2929385"/>
            <a:ext cx="1281506" cy="1281503"/>
          </a:xfrm>
          <a:prstGeom prst="diamond">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000"/>
          </a:p>
        </p:txBody>
      </p:sp>
      <p:sp>
        <p:nvSpPr>
          <p:cNvPr id="21" name="Content Placeholder 7">
            <a:extLst>
              <a:ext uri="{FF2B5EF4-FFF2-40B4-BE49-F238E27FC236}">
                <a16:creationId xmlns:a16="http://schemas.microsoft.com/office/drawing/2014/main" id="{56EC2593-D637-BF7D-0159-2E948C6FCC2D}"/>
              </a:ext>
            </a:extLst>
          </p:cNvPr>
          <p:cNvSpPr txBox="1">
            <a:spLocks/>
          </p:cNvSpPr>
          <p:nvPr/>
        </p:nvSpPr>
        <p:spPr>
          <a:xfrm>
            <a:off x="8575104" y="3216986"/>
            <a:ext cx="803442" cy="677108"/>
          </a:xfrm>
          <a:prstGeom prst="rect">
            <a:avLst/>
          </a:prstGeom>
        </p:spPr>
        <p:txBody>
          <a:bodyPr wrap="square" lIns="0" tIns="0" rIns="0" bIns="0">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spcAft>
                <a:spcPts val="0"/>
              </a:spcAft>
            </a:pPr>
            <a:r>
              <a:rPr lang="en-US" sz="1100" b="0">
                <a:solidFill>
                  <a:schemeClr val="tx1"/>
                </a:solidFill>
              </a:rPr>
              <a:t>Humans Govern </a:t>
            </a:r>
            <a:r>
              <a:rPr lang="en-US" sz="1100" b="0"/>
              <a:t>C</a:t>
            </a:r>
            <a:r>
              <a:rPr lang="en-US" sz="1100" b="0">
                <a:solidFill>
                  <a:schemeClr val="tx1"/>
                </a:solidFill>
              </a:rPr>
              <a:t>ritical </a:t>
            </a:r>
            <a:r>
              <a:rPr lang="en-US" sz="1100" b="0"/>
              <a:t>D</a:t>
            </a:r>
            <a:r>
              <a:rPr lang="en-US" sz="1100" b="0">
                <a:solidFill>
                  <a:schemeClr val="tx1"/>
                </a:solidFill>
              </a:rPr>
              <a:t>ecisions</a:t>
            </a:r>
          </a:p>
        </p:txBody>
      </p:sp>
      <p:sp>
        <p:nvSpPr>
          <p:cNvPr id="22" name="Content Placeholder 7">
            <a:extLst>
              <a:ext uri="{FF2B5EF4-FFF2-40B4-BE49-F238E27FC236}">
                <a16:creationId xmlns:a16="http://schemas.microsoft.com/office/drawing/2014/main" id="{F9E59C66-478F-8A58-3430-3B1B8B7FC3AD}"/>
              </a:ext>
            </a:extLst>
          </p:cNvPr>
          <p:cNvSpPr txBox="1">
            <a:spLocks/>
          </p:cNvSpPr>
          <p:nvPr/>
        </p:nvSpPr>
        <p:spPr>
          <a:xfrm>
            <a:off x="8650659" y="2644831"/>
            <a:ext cx="672356" cy="153887"/>
          </a:xfrm>
          <a:prstGeom prst="rect">
            <a:avLst/>
          </a:prstGeom>
        </p:spPr>
        <p:txBody>
          <a:bodyPr wrap="square" lIns="0" tIns="0" rIns="0" bIns="0">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000"/>
              <a:t>Identify</a:t>
            </a:r>
          </a:p>
        </p:txBody>
      </p:sp>
      <p:sp>
        <p:nvSpPr>
          <p:cNvPr id="23" name="Content Placeholder 7">
            <a:extLst>
              <a:ext uri="{FF2B5EF4-FFF2-40B4-BE49-F238E27FC236}">
                <a16:creationId xmlns:a16="http://schemas.microsoft.com/office/drawing/2014/main" id="{AB5845EB-E1A3-A3B9-82FD-5DFEA17C08D1}"/>
              </a:ext>
            </a:extLst>
          </p:cNvPr>
          <p:cNvSpPr txBox="1">
            <a:spLocks/>
          </p:cNvSpPr>
          <p:nvPr/>
        </p:nvSpPr>
        <p:spPr>
          <a:xfrm>
            <a:off x="8650659" y="4323193"/>
            <a:ext cx="672356" cy="153887"/>
          </a:xfrm>
          <a:prstGeom prst="rect">
            <a:avLst/>
          </a:prstGeom>
        </p:spPr>
        <p:txBody>
          <a:bodyPr wrap="square" lIns="0" tIns="0" rIns="0" bIns="0">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000"/>
              <a:t>Mitigate</a:t>
            </a:r>
          </a:p>
        </p:txBody>
      </p:sp>
      <p:sp>
        <p:nvSpPr>
          <p:cNvPr id="24" name="Content Placeholder 7">
            <a:extLst>
              <a:ext uri="{FF2B5EF4-FFF2-40B4-BE49-F238E27FC236}">
                <a16:creationId xmlns:a16="http://schemas.microsoft.com/office/drawing/2014/main" id="{719535EA-D78B-2D6C-ADB5-FD761B83A8B5}"/>
              </a:ext>
            </a:extLst>
          </p:cNvPr>
          <p:cNvSpPr txBox="1">
            <a:spLocks/>
          </p:cNvSpPr>
          <p:nvPr/>
        </p:nvSpPr>
        <p:spPr>
          <a:xfrm>
            <a:off x="9607301" y="3484013"/>
            <a:ext cx="604809" cy="153887"/>
          </a:xfrm>
          <a:prstGeom prst="rect">
            <a:avLst/>
          </a:prstGeom>
        </p:spPr>
        <p:txBody>
          <a:bodyPr wrap="square" lIns="0" tIns="0" rIns="0" bIns="0">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000"/>
              <a:t>Assess</a:t>
            </a:r>
          </a:p>
        </p:txBody>
      </p:sp>
      <p:sp>
        <p:nvSpPr>
          <p:cNvPr id="25" name="Content Placeholder 7">
            <a:extLst>
              <a:ext uri="{FF2B5EF4-FFF2-40B4-BE49-F238E27FC236}">
                <a16:creationId xmlns:a16="http://schemas.microsoft.com/office/drawing/2014/main" id="{1EAB9E42-BCF9-3E5E-74F3-5AFCDE869C34}"/>
              </a:ext>
            </a:extLst>
          </p:cNvPr>
          <p:cNvSpPr txBox="1">
            <a:spLocks/>
          </p:cNvSpPr>
          <p:nvPr/>
        </p:nvSpPr>
        <p:spPr>
          <a:xfrm>
            <a:off x="7741540" y="3484013"/>
            <a:ext cx="604809" cy="153887"/>
          </a:xfrm>
          <a:prstGeom prst="rect">
            <a:avLst/>
          </a:prstGeom>
        </p:spPr>
        <p:txBody>
          <a:bodyPr wrap="square" lIns="0" tIns="0" rIns="0" bIns="0">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000"/>
              <a:t>Monitor</a:t>
            </a:r>
          </a:p>
        </p:txBody>
      </p:sp>
      <p:cxnSp>
        <p:nvCxnSpPr>
          <p:cNvPr id="29" name="Straight Connector 28">
            <a:extLst>
              <a:ext uri="{FF2B5EF4-FFF2-40B4-BE49-F238E27FC236}">
                <a16:creationId xmlns:a16="http://schemas.microsoft.com/office/drawing/2014/main" id="{86B5DD5E-25CF-6B5C-4C21-3DBC52F95A22}"/>
              </a:ext>
            </a:extLst>
          </p:cNvPr>
          <p:cNvCxnSpPr>
            <a:cxnSpLocks/>
          </p:cNvCxnSpPr>
          <p:nvPr/>
        </p:nvCxnSpPr>
        <p:spPr>
          <a:xfrm>
            <a:off x="6254115" y="3570136"/>
            <a:ext cx="1250791" cy="0"/>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112C1F8-F239-611D-7E8A-D43A3FC844EA}"/>
              </a:ext>
            </a:extLst>
          </p:cNvPr>
          <p:cNvCxnSpPr>
            <a:cxnSpLocks/>
          </p:cNvCxnSpPr>
          <p:nvPr/>
        </p:nvCxnSpPr>
        <p:spPr>
          <a:xfrm>
            <a:off x="10468770" y="3570136"/>
            <a:ext cx="1250791" cy="0"/>
          </a:xfrm>
          <a:prstGeom prst="line">
            <a:avLst/>
          </a:prstGeom>
          <a:ln w="6350">
            <a:solidFill>
              <a:schemeClr val="accent4"/>
            </a:solidFill>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D09A07C5-ADD4-ABB6-ED03-4E9833FC7625}"/>
              </a:ext>
            </a:extLst>
          </p:cNvPr>
          <p:cNvSpPr txBox="1"/>
          <p:nvPr/>
        </p:nvSpPr>
        <p:spPr>
          <a:xfrm>
            <a:off x="6254115" y="2025287"/>
            <a:ext cx="1710981" cy="851515"/>
          </a:xfrm>
          <a:prstGeom prst="rect">
            <a:avLst/>
          </a:prstGeom>
          <a:noFill/>
        </p:spPr>
        <p:txBody>
          <a:bodyPr wrap="square" lIns="0" tIns="0" rIns="0" bIns="0">
            <a:spAutoFit/>
          </a:bodyPr>
          <a:lstStyle/>
          <a:p>
            <a:pPr>
              <a:spcAft>
                <a:spcPts val="600"/>
              </a:spcAft>
            </a:pPr>
            <a:r>
              <a:rPr lang="en-US" sz="1400" b="1" i="0">
                <a:solidFill>
                  <a:srgbClr val="1F1F1F"/>
                </a:solidFill>
                <a:effectLst/>
              </a:rPr>
              <a:t>Identify</a:t>
            </a:r>
          </a:p>
          <a:p>
            <a:pPr>
              <a:spcAft>
                <a:spcPts val="400"/>
              </a:spcAft>
            </a:pPr>
            <a:r>
              <a:rPr lang="en-US" sz="1100"/>
              <a:t>Manual aggregation to</a:t>
            </a:r>
          </a:p>
          <a:p>
            <a:pPr>
              <a:spcAft>
                <a:spcPts val="400"/>
              </a:spcAft>
            </a:pPr>
            <a:r>
              <a:rPr lang="en-US" sz="1100"/>
              <a:t>Continuous sensing + unified data</a:t>
            </a:r>
            <a:endParaRPr lang="en-US" sz="900"/>
          </a:p>
        </p:txBody>
      </p:sp>
      <p:sp>
        <p:nvSpPr>
          <p:cNvPr id="34" name="TextBox 33">
            <a:extLst>
              <a:ext uri="{FF2B5EF4-FFF2-40B4-BE49-F238E27FC236}">
                <a16:creationId xmlns:a16="http://schemas.microsoft.com/office/drawing/2014/main" id="{3D8726F7-CCE7-71E5-5813-E43899FCD6FA}"/>
              </a:ext>
            </a:extLst>
          </p:cNvPr>
          <p:cNvSpPr txBox="1"/>
          <p:nvPr/>
        </p:nvSpPr>
        <p:spPr>
          <a:xfrm>
            <a:off x="10008580" y="2025287"/>
            <a:ext cx="1710981" cy="851515"/>
          </a:xfrm>
          <a:prstGeom prst="rect">
            <a:avLst/>
          </a:prstGeom>
          <a:noFill/>
        </p:spPr>
        <p:txBody>
          <a:bodyPr wrap="square" lIns="0" tIns="0" rIns="0" bIns="0">
            <a:spAutoFit/>
          </a:bodyPr>
          <a:lstStyle/>
          <a:p>
            <a:pPr>
              <a:spcAft>
                <a:spcPts val="600"/>
              </a:spcAft>
            </a:pPr>
            <a:r>
              <a:rPr lang="en-US" sz="1400" b="1" i="0">
                <a:solidFill>
                  <a:srgbClr val="1F1F1F"/>
                </a:solidFill>
                <a:effectLst/>
              </a:rPr>
              <a:t>Assess</a:t>
            </a:r>
          </a:p>
          <a:p>
            <a:pPr>
              <a:spcAft>
                <a:spcPts val="400"/>
              </a:spcAft>
            </a:pPr>
            <a:r>
              <a:rPr lang="en-US" sz="1100"/>
              <a:t>SME-only Triage to</a:t>
            </a:r>
          </a:p>
          <a:p>
            <a:pPr>
              <a:spcAft>
                <a:spcPts val="400"/>
              </a:spcAft>
            </a:pPr>
            <a:r>
              <a:rPr lang="en-US" sz="1100"/>
              <a:t>Relationship interpretation + explainability</a:t>
            </a:r>
            <a:endParaRPr lang="en-US" sz="900"/>
          </a:p>
        </p:txBody>
      </p:sp>
      <p:sp>
        <p:nvSpPr>
          <p:cNvPr id="35" name="TextBox 34">
            <a:extLst>
              <a:ext uri="{FF2B5EF4-FFF2-40B4-BE49-F238E27FC236}">
                <a16:creationId xmlns:a16="http://schemas.microsoft.com/office/drawing/2014/main" id="{5E4F319F-0FE7-67C9-49A2-1616DD85603E}"/>
              </a:ext>
            </a:extLst>
          </p:cNvPr>
          <p:cNvSpPr txBox="1"/>
          <p:nvPr/>
        </p:nvSpPr>
        <p:spPr>
          <a:xfrm>
            <a:off x="6254115" y="4035138"/>
            <a:ext cx="1710981" cy="682238"/>
          </a:xfrm>
          <a:prstGeom prst="rect">
            <a:avLst/>
          </a:prstGeom>
          <a:noFill/>
        </p:spPr>
        <p:txBody>
          <a:bodyPr wrap="square" lIns="0" tIns="0" rIns="0" bIns="0">
            <a:spAutoFit/>
          </a:bodyPr>
          <a:lstStyle/>
          <a:p>
            <a:pPr>
              <a:spcAft>
                <a:spcPts val="600"/>
              </a:spcAft>
            </a:pPr>
            <a:r>
              <a:rPr lang="en-US" sz="1400" b="1" i="0">
                <a:solidFill>
                  <a:srgbClr val="1F1F1F"/>
                </a:solidFill>
                <a:effectLst/>
              </a:rPr>
              <a:t>Monitor</a:t>
            </a:r>
          </a:p>
          <a:p>
            <a:pPr>
              <a:spcAft>
                <a:spcPts val="400"/>
              </a:spcAft>
            </a:pPr>
            <a:r>
              <a:rPr lang="en-US" sz="1100"/>
              <a:t>Sampling based KRIs to</a:t>
            </a:r>
          </a:p>
          <a:p>
            <a:pPr>
              <a:spcAft>
                <a:spcPts val="400"/>
              </a:spcAft>
            </a:pPr>
            <a:r>
              <a:rPr lang="en-US" sz="1100"/>
              <a:t>Continuous Monitoring</a:t>
            </a:r>
            <a:endParaRPr lang="en-US" sz="900"/>
          </a:p>
        </p:txBody>
      </p:sp>
      <p:sp>
        <p:nvSpPr>
          <p:cNvPr id="36" name="TextBox 35">
            <a:extLst>
              <a:ext uri="{FF2B5EF4-FFF2-40B4-BE49-F238E27FC236}">
                <a16:creationId xmlns:a16="http://schemas.microsoft.com/office/drawing/2014/main" id="{152BCAFA-E81E-C32C-8468-12B1975747A5}"/>
              </a:ext>
            </a:extLst>
          </p:cNvPr>
          <p:cNvSpPr txBox="1"/>
          <p:nvPr/>
        </p:nvSpPr>
        <p:spPr>
          <a:xfrm>
            <a:off x="10008580" y="4035138"/>
            <a:ext cx="1710981" cy="682238"/>
          </a:xfrm>
          <a:prstGeom prst="rect">
            <a:avLst/>
          </a:prstGeom>
          <a:noFill/>
        </p:spPr>
        <p:txBody>
          <a:bodyPr wrap="square" lIns="0" tIns="0" rIns="0" bIns="0">
            <a:spAutoFit/>
          </a:bodyPr>
          <a:lstStyle/>
          <a:p>
            <a:pPr>
              <a:spcAft>
                <a:spcPts val="600"/>
              </a:spcAft>
            </a:pPr>
            <a:r>
              <a:rPr lang="en-US" sz="1400" b="1" i="0">
                <a:solidFill>
                  <a:srgbClr val="1F1F1F"/>
                </a:solidFill>
                <a:effectLst/>
              </a:rPr>
              <a:t>Mitigate</a:t>
            </a:r>
          </a:p>
          <a:p>
            <a:pPr>
              <a:spcAft>
                <a:spcPts val="400"/>
              </a:spcAft>
            </a:pPr>
            <a:r>
              <a:rPr lang="en-US" sz="1100"/>
              <a:t>Tickets/Emails to</a:t>
            </a:r>
          </a:p>
          <a:p>
            <a:pPr>
              <a:spcAft>
                <a:spcPts val="400"/>
              </a:spcAft>
            </a:pPr>
            <a:r>
              <a:rPr lang="en-US" sz="1100"/>
              <a:t>Workflow orchestration</a:t>
            </a:r>
            <a:endParaRPr lang="en-US" sz="900"/>
          </a:p>
        </p:txBody>
      </p:sp>
      <p:grpSp>
        <p:nvGrpSpPr>
          <p:cNvPr id="60" name="Group 59">
            <a:extLst>
              <a:ext uri="{FF2B5EF4-FFF2-40B4-BE49-F238E27FC236}">
                <a16:creationId xmlns:a16="http://schemas.microsoft.com/office/drawing/2014/main" id="{E3CB4D3F-D8C5-CDE9-A28A-BDF8505C3EA5}"/>
              </a:ext>
            </a:extLst>
          </p:cNvPr>
          <p:cNvGrpSpPr/>
          <p:nvPr/>
        </p:nvGrpSpPr>
        <p:grpSpPr>
          <a:xfrm>
            <a:off x="8382947" y="2959897"/>
            <a:ext cx="1199773" cy="1211118"/>
            <a:chOff x="8382947" y="2959897"/>
            <a:chExt cx="1199773" cy="1211118"/>
          </a:xfrm>
        </p:grpSpPr>
        <p:sp>
          <p:nvSpPr>
            <p:cNvPr id="38" name="Arrow: Down 37">
              <a:extLst>
                <a:ext uri="{FF2B5EF4-FFF2-40B4-BE49-F238E27FC236}">
                  <a16:creationId xmlns:a16="http://schemas.microsoft.com/office/drawing/2014/main" id="{D96BD09A-512F-329E-CDF9-7A45A9F66CC3}"/>
                </a:ext>
              </a:extLst>
            </p:cNvPr>
            <p:cNvSpPr/>
            <p:nvPr/>
          </p:nvSpPr>
          <p:spPr>
            <a:xfrm rot="13500000">
              <a:off x="9504634" y="4092929"/>
              <a:ext cx="105568" cy="5060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row: Down 41">
              <a:extLst>
                <a:ext uri="{FF2B5EF4-FFF2-40B4-BE49-F238E27FC236}">
                  <a16:creationId xmlns:a16="http://schemas.microsoft.com/office/drawing/2014/main" id="{2943B7AB-D24B-84D4-A7A0-822D8C424BE1}"/>
                </a:ext>
              </a:extLst>
            </p:cNvPr>
            <p:cNvSpPr/>
            <p:nvPr/>
          </p:nvSpPr>
          <p:spPr>
            <a:xfrm rot="13500000" flipH="1" flipV="1">
              <a:off x="8355465" y="2987379"/>
              <a:ext cx="105568" cy="5060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C947D402-DA48-1DC9-2A57-763548ECA3A7}"/>
              </a:ext>
            </a:extLst>
          </p:cNvPr>
          <p:cNvGrpSpPr/>
          <p:nvPr/>
        </p:nvGrpSpPr>
        <p:grpSpPr>
          <a:xfrm rot="5400000">
            <a:off x="8382948" y="2962265"/>
            <a:ext cx="1199773" cy="1211118"/>
            <a:chOff x="8382947" y="2959897"/>
            <a:chExt cx="1199773" cy="1211118"/>
          </a:xfrm>
        </p:grpSpPr>
        <p:sp>
          <p:nvSpPr>
            <p:cNvPr id="62" name="Arrow: Down 37">
              <a:extLst>
                <a:ext uri="{FF2B5EF4-FFF2-40B4-BE49-F238E27FC236}">
                  <a16:creationId xmlns:a16="http://schemas.microsoft.com/office/drawing/2014/main" id="{A8D5138C-15EE-5437-A44E-95BF9BD7906A}"/>
                </a:ext>
              </a:extLst>
            </p:cNvPr>
            <p:cNvSpPr/>
            <p:nvPr/>
          </p:nvSpPr>
          <p:spPr>
            <a:xfrm rot="13500000">
              <a:off x="9504634" y="4092929"/>
              <a:ext cx="105568" cy="5060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Arrow: Down 41">
              <a:extLst>
                <a:ext uri="{FF2B5EF4-FFF2-40B4-BE49-F238E27FC236}">
                  <a16:creationId xmlns:a16="http://schemas.microsoft.com/office/drawing/2014/main" id="{230DC75A-99D0-5C87-2CA8-C210ACD312FA}"/>
                </a:ext>
              </a:extLst>
            </p:cNvPr>
            <p:cNvSpPr/>
            <p:nvPr/>
          </p:nvSpPr>
          <p:spPr>
            <a:xfrm rot="13500000" flipH="1" flipV="1">
              <a:off x="8355465" y="2987379"/>
              <a:ext cx="105568" cy="5060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 name="TextBox 64">
            <a:extLst>
              <a:ext uri="{FF2B5EF4-FFF2-40B4-BE49-F238E27FC236}">
                <a16:creationId xmlns:a16="http://schemas.microsoft.com/office/drawing/2014/main" id="{E78AA2E4-042B-8C9C-343B-BBA5830BBD77}"/>
              </a:ext>
            </a:extLst>
          </p:cNvPr>
          <p:cNvSpPr txBox="1"/>
          <p:nvPr/>
        </p:nvSpPr>
        <p:spPr>
          <a:xfrm>
            <a:off x="6254115" y="5371934"/>
            <a:ext cx="2041457" cy="246221"/>
          </a:xfrm>
          <a:prstGeom prst="rect">
            <a:avLst/>
          </a:prstGeom>
          <a:noFill/>
        </p:spPr>
        <p:txBody>
          <a:bodyPr wrap="square" lIns="0" tIns="0" rIns="0" bIns="0">
            <a:spAutoFit/>
          </a:bodyPr>
          <a:lstStyle/>
          <a:p>
            <a:r>
              <a:rPr lang="en-US" sz="1000" b="1" i="0">
                <a:solidFill>
                  <a:srgbClr val="1F1F1F"/>
                </a:solidFill>
                <a:effectLst/>
                <a:latin typeface="Arial" panose="020B0604020202020204" pitchFamily="34" charset="0"/>
              </a:rPr>
              <a:t>Coverage: </a:t>
            </a:r>
            <a:r>
              <a:rPr lang="en-US" sz="1000" b="0" i="0">
                <a:solidFill>
                  <a:srgbClr val="1F1F1F"/>
                </a:solidFill>
                <a:effectLst/>
                <a:latin typeface="Arial" panose="020B0604020202020204" pitchFamily="34" charset="0"/>
              </a:rPr>
              <a:t>Sample </a:t>
            </a:r>
            <a:r>
              <a:rPr lang="en-US" sz="1600" b="1" i="0">
                <a:solidFill>
                  <a:schemeClr val="accent1"/>
                </a:solidFill>
                <a:effectLst/>
                <a:latin typeface="Arial" panose="020B0604020202020204" pitchFamily="34" charset="0"/>
              </a:rPr>
              <a:t>→ </a:t>
            </a:r>
            <a:r>
              <a:rPr lang="en-US" sz="1000" b="0" i="0">
                <a:solidFill>
                  <a:srgbClr val="1F1F1F"/>
                </a:solidFill>
                <a:effectLst/>
                <a:latin typeface="Arial" panose="020B0604020202020204" pitchFamily="34" charset="0"/>
              </a:rPr>
              <a:t>Population</a:t>
            </a:r>
            <a:endParaRPr lang="en-US" sz="1000"/>
          </a:p>
        </p:txBody>
      </p:sp>
      <p:sp>
        <p:nvSpPr>
          <p:cNvPr id="66" name="TextBox 65">
            <a:extLst>
              <a:ext uri="{FF2B5EF4-FFF2-40B4-BE49-F238E27FC236}">
                <a16:creationId xmlns:a16="http://schemas.microsoft.com/office/drawing/2014/main" id="{E9707A59-8ABF-2785-B6EF-8D791DBA48DF}"/>
              </a:ext>
            </a:extLst>
          </p:cNvPr>
          <p:cNvSpPr txBox="1"/>
          <p:nvPr/>
        </p:nvSpPr>
        <p:spPr>
          <a:xfrm>
            <a:off x="6244968" y="5959458"/>
            <a:ext cx="1914525" cy="246221"/>
          </a:xfrm>
          <a:prstGeom prst="rect">
            <a:avLst/>
          </a:prstGeom>
          <a:noFill/>
        </p:spPr>
        <p:txBody>
          <a:bodyPr wrap="square" lIns="0" tIns="0" rIns="0" bIns="0">
            <a:spAutoFit/>
          </a:bodyPr>
          <a:lstStyle/>
          <a:p>
            <a:r>
              <a:rPr lang="en-US" sz="1000" b="1" i="0">
                <a:solidFill>
                  <a:srgbClr val="1F1F1F"/>
                </a:solidFill>
                <a:effectLst/>
                <a:latin typeface="Arial" panose="020B0604020202020204" pitchFamily="34" charset="0"/>
              </a:rPr>
              <a:t>Speed: </a:t>
            </a:r>
            <a:r>
              <a:rPr lang="en-US" sz="1000" i="0">
                <a:solidFill>
                  <a:srgbClr val="1F1F1F"/>
                </a:solidFill>
                <a:effectLst/>
                <a:latin typeface="Arial" panose="020B0604020202020204" pitchFamily="34" charset="0"/>
              </a:rPr>
              <a:t>Weeks </a:t>
            </a:r>
            <a:r>
              <a:rPr lang="en-US" sz="1600" b="1">
                <a:solidFill>
                  <a:schemeClr val="accent3"/>
                </a:solidFill>
                <a:latin typeface="Arial" panose="020B0604020202020204" pitchFamily="34" charset="0"/>
              </a:rPr>
              <a:t>→</a:t>
            </a:r>
            <a:r>
              <a:rPr lang="en-US" sz="1600" b="1">
                <a:solidFill>
                  <a:schemeClr val="accent1"/>
                </a:solidFill>
                <a:latin typeface="Arial" panose="020B0604020202020204" pitchFamily="34" charset="0"/>
              </a:rPr>
              <a:t> </a:t>
            </a:r>
            <a:r>
              <a:rPr lang="en-US" sz="1000" i="0">
                <a:solidFill>
                  <a:srgbClr val="1F1F1F"/>
                </a:solidFill>
                <a:effectLst/>
                <a:latin typeface="Arial" panose="020B0604020202020204" pitchFamily="34" charset="0"/>
              </a:rPr>
              <a:t>Days/Hours</a:t>
            </a:r>
            <a:endParaRPr lang="en-US" sz="1000"/>
          </a:p>
        </p:txBody>
      </p:sp>
      <p:sp>
        <p:nvSpPr>
          <p:cNvPr id="67" name="TextBox 66">
            <a:extLst>
              <a:ext uri="{FF2B5EF4-FFF2-40B4-BE49-F238E27FC236}">
                <a16:creationId xmlns:a16="http://schemas.microsoft.com/office/drawing/2014/main" id="{4507CF56-A05F-BB72-3FB4-29D1F3C46412}"/>
              </a:ext>
            </a:extLst>
          </p:cNvPr>
          <p:cNvSpPr txBox="1"/>
          <p:nvPr/>
        </p:nvSpPr>
        <p:spPr>
          <a:xfrm>
            <a:off x="6254112" y="5754597"/>
            <a:ext cx="3283832" cy="246221"/>
          </a:xfrm>
          <a:prstGeom prst="rect">
            <a:avLst/>
          </a:prstGeom>
          <a:noFill/>
        </p:spPr>
        <p:txBody>
          <a:bodyPr wrap="square" lIns="0" tIns="0" rIns="0" bIns="0">
            <a:spAutoFit/>
          </a:bodyPr>
          <a:lstStyle/>
          <a:p>
            <a:r>
              <a:rPr lang="en-US" sz="1000" b="1" i="0">
                <a:solidFill>
                  <a:srgbClr val="1F1F1F"/>
                </a:solidFill>
                <a:effectLst/>
                <a:latin typeface="Arial" panose="020B0604020202020204" pitchFamily="34" charset="0"/>
              </a:rPr>
              <a:t>Actionability: </a:t>
            </a:r>
            <a:r>
              <a:rPr lang="en-US" sz="1000" i="0">
                <a:solidFill>
                  <a:srgbClr val="1F1F1F"/>
                </a:solidFill>
                <a:effectLst/>
                <a:latin typeface="Arial" panose="020B0604020202020204" pitchFamily="34" charset="0"/>
              </a:rPr>
              <a:t>Insights</a:t>
            </a:r>
            <a:r>
              <a:rPr lang="en-US" sz="1000" b="1">
                <a:solidFill>
                  <a:schemeClr val="accent4"/>
                </a:solidFill>
                <a:latin typeface="Arial" panose="020B0604020202020204" pitchFamily="34" charset="0"/>
              </a:rPr>
              <a:t> </a:t>
            </a:r>
            <a:r>
              <a:rPr lang="en-US" sz="1600" b="1">
                <a:solidFill>
                  <a:srgbClr val="FFCDA8"/>
                </a:solidFill>
                <a:latin typeface="Arial" panose="020B0604020202020204" pitchFamily="34" charset="0"/>
              </a:rPr>
              <a:t>→</a:t>
            </a:r>
            <a:r>
              <a:rPr lang="en-US" sz="1600" i="0">
                <a:solidFill>
                  <a:srgbClr val="1F1F1F"/>
                </a:solidFill>
                <a:effectLst/>
                <a:latin typeface="Arial" panose="020B0604020202020204" pitchFamily="34" charset="0"/>
              </a:rPr>
              <a:t> </a:t>
            </a:r>
            <a:r>
              <a:rPr lang="en-US" sz="1000" i="0">
                <a:solidFill>
                  <a:srgbClr val="1F1F1F"/>
                </a:solidFill>
                <a:effectLst/>
                <a:latin typeface="Arial" panose="020B0604020202020204" pitchFamily="34" charset="0"/>
              </a:rPr>
              <a:t>Executed workflows</a:t>
            </a:r>
            <a:endParaRPr lang="en-US" sz="1000"/>
          </a:p>
        </p:txBody>
      </p:sp>
      <p:sp>
        <p:nvSpPr>
          <p:cNvPr id="72" name="TextBox 71">
            <a:extLst>
              <a:ext uri="{FF2B5EF4-FFF2-40B4-BE49-F238E27FC236}">
                <a16:creationId xmlns:a16="http://schemas.microsoft.com/office/drawing/2014/main" id="{5C695CBE-2B57-756D-3E3C-FBBA4C2B3703}"/>
              </a:ext>
            </a:extLst>
          </p:cNvPr>
          <p:cNvSpPr txBox="1"/>
          <p:nvPr/>
        </p:nvSpPr>
        <p:spPr>
          <a:xfrm>
            <a:off x="6254112" y="5539948"/>
            <a:ext cx="2846901" cy="276999"/>
          </a:xfrm>
          <a:prstGeom prst="rect">
            <a:avLst/>
          </a:prstGeom>
          <a:noFill/>
        </p:spPr>
        <p:txBody>
          <a:bodyPr wrap="square" lIns="0" tIns="0" rIns="0" bIns="0">
            <a:spAutoFit/>
          </a:bodyPr>
          <a:lstStyle/>
          <a:p>
            <a:r>
              <a:rPr lang="en-US" sz="1000" b="1" i="0">
                <a:solidFill>
                  <a:srgbClr val="1F1F1F"/>
                </a:solidFill>
                <a:effectLst/>
                <a:latin typeface="Arial" panose="020B0604020202020204" pitchFamily="34" charset="0"/>
              </a:rPr>
              <a:t>Governance: </a:t>
            </a:r>
            <a:r>
              <a:rPr lang="en-US" sz="1000" i="0">
                <a:solidFill>
                  <a:srgbClr val="1F1F1F"/>
                </a:solidFill>
                <a:effectLst/>
                <a:latin typeface="Arial" panose="020B0604020202020204" pitchFamily="34" charset="0"/>
              </a:rPr>
              <a:t>Ad Hoc</a:t>
            </a:r>
            <a:r>
              <a:rPr lang="en-US" sz="1000" b="1" i="0">
                <a:solidFill>
                  <a:srgbClr val="1F1F1F"/>
                </a:solidFill>
                <a:effectLst/>
                <a:latin typeface="Arial" panose="020B0604020202020204" pitchFamily="34" charset="0"/>
              </a:rPr>
              <a:t> </a:t>
            </a:r>
            <a:r>
              <a:rPr lang="en-US" b="1">
                <a:solidFill>
                  <a:schemeClr val="accent4"/>
                </a:solidFill>
                <a:latin typeface="Arial" panose="020B0604020202020204" pitchFamily="34" charset="0"/>
              </a:rPr>
              <a:t>→</a:t>
            </a:r>
            <a:r>
              <a:rPr lang="en-US" b="1">
                <a:solidFill>
                  <a:srgbClr val="1F1F1F"/>
                </a:solidFill>
                <a:latin typeface="Arial" panose="020B0604020202020204" pitchFamily="34" charset="0"/>
              </a:rPr>
              <a:t> </a:t>
            </a:r>
            <a:r>
              <a:rPr lang="en-US" sz="1000" i="0">
                <a:solidFill>
                  <a:srgbClr val="1F1F1F"/>
                </a:solidFill>
                <a:effectLst/>
                <a:latin typeface="Arial" panose="020B0604020202020204" pitchFamily="34" charset="0"/>
              </a:rPr>
              <a:t>Auditable</a:t>
            </a:r>
            <a:endParaRPr lang="en-US" sz="1000"/>
          </a:p>
        </p:txBody>
      </p:sp>
      <p:cxnSp>
        <p:nvCxnSpPr>
          <p:cNvPr id="74" name="Straight Connector 73">
            <a:extLst>
              <a:ext uri="{FF2B5EF4-FFF2-40B4-BE49-F238E27FC236}">
                <a16:creationId xmlns:a16="http://schemas.microsoft.com/office/drawing/2014/main" id="{1B48B129-DB03-28AD-94EB-3D13DC9DF7F8}"/>
              </a:ext>
            </a:extLst>
          </p:cNvPr>
          <p:cNvCxnSpPr>
            <a:cxnSpLocks/>
          </p:cNvCxnSpPr>
          <p:nvPr/>
        </p:nvCxnSpPr>
        <p:spPr>
          <a:xfrm>
            <a:off x="6241859" y="5292686"/>
            <a:ext cx="5489956" cy="0"/>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7969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E10EE9-259A-BC3B-E902-FE613EE4FE03}"/>
              </a:ext>
            </a:extLst>
          </p:cNvPr>
          <p:cNvSpPr>
            <a:spLocks noGrp="1"/>
          </p:cNvSpPr>
          <p:nvPr>
            <p:ph type="title"/>
          </p:nvPr>
        </p:nvSpPr>
        <p:spPr>
          <a:xfrm>
            <a:off x="406400" y="401638"/>
            <a:ext cx="11395075" cy="401637"/>
          </a:xfrm>
        </p:spPr>
        <p:txBody>
          <a:bodyPr>
            <a:normAutofit/>
          </a:bodyPr>
          <a:lstStyle/>
          <a:p>
            <a:r>
              <a:rPr lang="en-US"/>
              <a:t>C-Suite Engagement Map</a:t>
            </a:r>
          </a:p>
        </p:txBody>
      </p:sp>
      <p:sp>
        <p:nvSpPr>
          <p:cNvPr id="11" name="TextBox 10">
            <a:extLst>
              <a:ext uri="{FF2B5EF4-FFF2-40B4-BE49-F238E27FC236}">
                <a16:creationId xmlns:a16="http://schemas.microsoft.com/office/drawing/2014/main" id="{1622C500-1A2E-8A38-D1B2-E4AF7E0E30AF}"/>
              </a:ext>
            </a:extLst>
          </p:cNvPr>
          <p:cNvSpPr txBox="1"/>
          <p:nvPr/>
        </p:nvSpPr>
        <p:spPr>
          <a:xfrm>
            <a:off x="406399" y="868404"/>
            <a:ext cx="11395070" cy="276999"/>
          </a:xfrm>
          <a:prstGeom prst="rect">
            <a:avLst/>
          </a:prstGeom>
          <a:noFill/>
        </p:spPr>
        <p:txBody>
          <a:bodyPr wrap="square" lIns="0" tIns="0" rIns="0" bIns="0">
            <a:spAutoFit/>
          </a:bodyPr>
          <a:lstStyle/>
          <a:p>
            <a:pPr>
              <a:buNone/>
            </a:pPr>
            <a:r>
              <a:rPr lang="en-US" b="1"/>
              <a:t>Aligning Agentic AI Opportunities with Each Executive’s Agenda</a:t>
            </a:r>
          </a:p>
        </p:txBody>
      </p:sp>
      <p:graphicFrame>
        <p:nvGraphicFramePr>
          <p:cNvPr id="13" name="Table 12">
            <a:extLst>
              <a:ext uri="{FF2B5EF4-FFF2-40B4-BE49-F238E27FC236}">
                <a16:creationId xmlns:a16="http://schemas.microsoft.com/office/drawing/2014/main" id="{25AD7D66-F4F3-1EE2-D58F-BFDFC700D1AA}"/>
              </a:ext>
            </a:extLst>
          </p:cNvPr>
          <p:cNvGraphicFramePr>
            <a:graphicFrameLocks noGrp="1"/>
          </p:cNvGraphicFramePr>
          <p:nvPr/>
        </p:nvGraphicFramePr>
        <p:xfrm>
          <a:off x="406399" y="1146337"/>
          <a:ext cx="11395080" cy="5055752"/>
        </p:xfrm>
        <a:graphic>
          <a:graphicData uri="http://schemas.openxmlformats.org/drawingml/2006/table">
            <a:tbl>
              <a:tblPr firstRow="1" firstCol="1" bandRow="1">
                <a:tableStyleId>{C083E6E3-FA7D-4D7B-A595-EF9225AFEA82}</a:tableStyleId>
              </a:tblPr>
              <a:tblGrid>
                <a:gridCol w="1266120">
                  <a:extLst>
                    <a:ext uri="{9D8B030D-6E8A-4147-A177-3AD203B41FA5}">
                      <a16:colId xmlns:a16="http://schemas.microsoft.com/office/drawing/2014/main" val="1224245281"/>
                    </a:ext>
                  </a:extLst>
                </a:gridCol>
                <a:gridCol w="1266120">
                  <a:extLst>
                    <a:ext uri="{9D8B030D-6E8A-4147-A177-3AD203B41FA5}">
                      <a16:colId xmlns:a16="http://schemas.microsoft.com/office/drawing/2014/main" val="937349871"/>
                    </a:ext>
                  </a:extLst>
                </a:gridCol>
                <a:gridCol w="1266120">
                  <a:extLst>
                    <a:ext uri="{9D8B030D-6E8A-4147-A177-3AD203B41FA5}">
                      <a16:colId xmlns:a16="http://schemas.microsoft.com/office/drawing/2014/main" val="394963741"/>
                    </a:ext>
                  </a:extLst>
                </a:gridCol>
                <a:gridCol w="1266120">
                  <a:extLst>
                    <a:ext uri="{9D8B030D-6E8A-4147-A177-3AD203B41FA5}">
                      <a16:colId xmlns:a16="http://schemas.microsoft.com/office/drawing/2014/main" val="3715403126"/>
                    </a:ext>
                  </a:extLst>
                </a:gridCol>
                <a:gridCol w="1266120">
                  <a:extLst>
                    <a:ext uri="{9D8B030D-6E8A-4147-A177-3AD203B41FA5}">
                      <a16:colId xmlns:a16="http://schemas.microsoft.com/office/drawing/2014/main" val="1714359326"/>
                    </a:ext>
                  </a:extLst>
                </a:gridCol>
                <a:gridCol w="1187801">
                  <a:extLst>
                    <a:ext uri="{9D8B030D-6E8A-4147-A177-3AD203B41FA5}">
                      <a16:colId xmlns:a16="http://schemas.microsoft.com/office/drawing/2014/main" val="1030211990"/>
                    </a:ext>
                  </a:extLst>
                </a:gridCol>
                <a:gridCol w="1295400">
                  <a:extLst>
                    <a:ext uri="{9D8B030D-6E8A-4147-A177-3AD203B41FA5}">
                      <a16:colId xmlns:a16="http://schemas.microsoft.com/office/drawing/2014/main" val="2362107473"/>
                    </a:ext>
                  </a:extLst>
                </a:gridCol>
                <a:gridCol w="1209675">
                  <a:extLst>
                    <a:ext uri="{9D8B030D-6E8A-4147-A177-3AD203B41FA5}">
                      <a16:colId xmlns:a16="http://schemas.microsoft.com/office/drawing/2014/main" val="3772540217"/>
                    </a:ext>
                  </a:extLst>
                </a:gridCol>
                <a:gridCol w="1371604">
                  <a:extLst>
                    <a:ext uri="{9D8B030D-6E8A-4147-A177-3AD203B41FA5}">
                      <a16:colId xmlns:a16="http://schemas.microsoft.com/office/drawing/2014/main" val="2037974893"/>
                    </a:ext>
                  </a:extLst>
                </a:gridCol>
              </a:tblGrid>
              <a:tr h="169722">
                <a:tc>
                  <a:txBody>
                    <a:bodyPr/>
                    <a:lstStyle/>
                    <a:p>
                      <a:r>
                        <a:rPr lang="en-US" sz="1000" b="1">
                          <a:solidFill>
                            <a:schemeClr val="accent1"/>
                          </a:solidFill>
                          <a:latin typeface="+mn-lt"/>
                        </a:rPr>
                        <a:t>Business Theme →</a:t>
                      </a:r>
                      <a:r>
                        <a:rPr lang="en-US" sz="1000">
                          <a:solidFill>
                            <a:schemeClr val="accent1"/>
                          </a:solidFill>
                          <a:latin typeface="+mn-lt"/>
                        </a:rPr>
                        <a:t> </a:t>
                      </a:r>
                      <a:r>
                        <a:rPr lang="en-US" sz="1000" b="1">
                          <a:solidFill>
                            <a:schemeClr val="accent1"/>
                          </a:solidFill>
                          <a:latin typeface="+mn-lt"/>
                        </a:rPr>
                        <a:t>Executive ↓</a:t>
                      </a:r>
                      <a:endParaRPr lang="en-US" sz="1000">
                        <a:solidFill>
                          <a:schemeClr val="accent1"/>
                        </a:solidFill>
                        <a:latin typeface="+mn-lt"/>
                      </a:endParaRPr>
                    </a:p>
                  </a:txBody>
                  <a:tcPr marL="0" marR="30669" marT="15335" marB="15335" anchor="b">
                    <a:lnL>
                      <a:noFill/>
                    </a:lnL>
                    <a:lnR>
                      <a:noFill/>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a:solidFill>
                            <a:schemeClr val="accent1"/>
                          </a:solidFill>
                          <a:latin typeface="+mn-lt"/>
                        </a:rPr>
                        <a:t>Credit Risk</a:t>
                      </a:r>
                      <a:endParaRPr lang="en-US" sz="1000">
                        <a:solidFill>
                          <a:schemeClr val="accent1"/>
                        </a:solidFill>
                        <a:latin typeface="+mn-lt"/>
                      </a:endParaRPr>
                    </a:p>
                  </a:txBody>
                  <a:tcPr marL="30669" marR="30669" marT="15335" marB="15335" anchor="b">
                    <a:lnL>
                      <a:noFill/>
                    </a:lnL>
                    <a:lnR>
                      <a:noFill/>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a:solidFill>
                            <a:schemeClr val="accent1"/>
                          </a:solidFill>
                          <a:latin typeface="+mn-lt"/>
                        </a:rPr>
                        <a:t>Market Risk</a:t>
                      </a:r>
                      <a:endParaRPr lang="en-US" sz="1000">
                        <a:solidFill>
                          <a:schemeClr val="accent1"/>
                        </a:solidFill>
                        <a:latin typeface="+mn-lt"/>
                      </a:endParaRPr>
                    </a:p>
                  </a:txBody>
                  <a:tcPr marL="30669" marR="30669" marT="15335" marB="15335" anchor="b">
                    <a:lnL>
                      <a:noFill/>
                    </a:lnL>
                    <a:lnR>
                      <a:noFill/>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a:solidFill>
                            <a:schemeClr val="accent1"/>
                          </a:solidFill>
                          <a:latin typeface="+mn-lt"/>
                        </a:rPr>
                        <a:t>Treasury Risk</a:t>
                      </a:r>
                      <a:endParaRPr lang="en-US" sz="1000">
                        <a:solidFill>
                          <a:schemeClr val="accent1"/>
                        </a:solidFill>
                        <a:latin typeface="+mn-lt"/>
                      </a:endParaRPr>
                    </a:p>
                  </a:txBody>
                  <a:tcPr marL="30669" marR="30669" marT="15335" marB="15335" anchor="b">
                    <a:lnL>
                      <a:noFill/>
                    </a:lnL>
                    <a:lnR>
                      <a:noFill/>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a:solidFill>
                            <a:schemeClr val="accent1"/>
                          </a:solidFill>
                          <a:latin typeface="+mn-lt"/>
                        </a:rPr>
                        <a:t>Ops Risk</a:t>
                      </a:r>
                      <a:endParaRPr lang="en-US" sz="1000">
                        <a:solidFill>
                          <a:schemeClr val="accent1"/>
                        </a:solidFill>
                        <a:latin typeface="+mn-lt"/>
                      </a:endParaRPr>
                    </a:p>
                  </a:txBody>
                  <a:tcPr marL="30669" marR="30669" marT="15335" marB="15335" anchor="b">
                    <a:lnL>
                      <a:noFill/>
                    </a:lnL>
                    <a:lnR>
                      <a:noFill/>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a:solidFill>
                            <a:schemeClr val="accent1"/>
                          </a:solidFill>
                          <a:latin typeface="+mn-lt"/>
                        </a:rPr>
                        <a:t>Reg Risk</a:t>
                      </a:r>
                      <a:endParaRPr lang="en-US" sz="1000">
                        <a:solidFill>
                          <a:schemeClr val="accent1"/>
                        </a:solidFill>
                        <a:latin typeface="+mn-lt"/>
                      </a:endParaRPr>
                    </a:p>
                  </a:txBody>
                  <a:tcPr marL="30669" marR="30669" marT="15335" marB="15335" anchor="b">
                    <a:lnL>
                      <a:noFill/>
                    </a:lnL>
                    <a:lnR>
                      <a:noFill/>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a:solidFill>
                            <a:schemeClr val="accent1"/>
                          </a:solidFill>
                          <a:latin typeface="+mn-lt"/>
                        </a:rPr>
                        <a:t>Tech Modernization</a:t>
                      </a:r>
                      <a:endParaRPr lang="en-US" sz="1000">
                        <a:solidFill>
                          <a:schemeClr val="accent1"/>
                        </a:solidFill>
                        <a:latin typeface="+mn-lt"/>
                      </a:endParaRPr>
                    </a:p>
                  </a:txBody>
                  <a:tcPr marL="30669" marR="30669" marT="15335" marB="15335" anchor="b">
                    <a:lnL>
                      <a:noFill/>
                    </a:lnL>
                    <a:lnR>
                      <a:noFill/>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a:solidFill>
                            <a:schemeClr val="accent1"/>
                          </a:solidFill>
                          <a:latin typeface="+mn-lt"/>
                        </a:rPr>
                        <a:t>AI-Centric Needs</a:t>
                      </a:r>
                      <a:endParaRPr lang="en-US" sz="1000">
                        <a:solidFill>
                          <a:schemeClr val="accent1"/>
                        </a:solidFill>
                        <a:latin typeface="+mn-lt"/>
                      </a:endParaRPr>
                    </a:p>
                  </a:txBody>
                  <a:tcPr marL="30669" marR="30669" marT="15335" marB="15335" anchor="b">
                    <a:lnL>
                      <a:noFill/>
                    </a:lnL>
                    <a:lnR>
                      <a:noFill/>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a:solidFill>
                            <a:schemeClr val="accent1"/>
                          </a:solidFill>
                          <a:latin typeface="+mn-lt"/>
                        </a:rPr>
                        <a:t>Services/Enablement</a:t>
                      </a:r>
                      <a:endParaRPr lang="en-US" sz="1000">
                        <a:solidFill>
                          <a:schemeClr val="accent1"/>
                        </a:solidFill>
                        <a:latin typeface="+mn-lt"/>
                      </a:endParaRPr>
                    </a:p>
                  </a:txBody>
                  <a:tcPr marL="30669" marR="30669" marT="15335" marB="15335" anchor="b">
                    <a:lnL>
                      <a:noFill/>
                    </a:lnL>
                    <a:lnR>
                      <a:noFill/>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3689856"/>
                  </a:ext>
                </a:extLst>
              </a:tr>
              <a:tr h="201705">
                <a:tc gridSpan="9">
                  <a:txBody>
                    <a:bodyPr/>
                    <a:lstStyle/>
                    <a:p>
                      <a:pPr lvl="0" algn="ctr">
                        <a:buNone/>
                      </a:pPr>
                      <a:r>
                        <a:rPr lang="en-US" sz="1000">
                          <a:latin typeface="+mn-lt"/>
                        </a:rPr>
                        <a:t>Business Stakeholders (Focus on Process Optimization)</a:t>
                      </a:r>
                    </a:p>
                  </a:txBody>
                  <a:tcPr marL="0" marR="30668" marT="15335" marB="15335" anchor="ctr">
                    <a:lnL w="0">
                      <a:noFill/>
                    </a:lnL>
                    <a:lnR w="0">
                      <a:noFill/>
                    </a:lnR>
                    <a:lnT w="19050">
                      <a:solidFill>
                        <a:schemeClr val="accent1"/>
                      </a:solidFill>
                    </a:lnT>
                    <a:lnB w="12700">
                      <a:solidFill>
                        <a:schemeClr val="bg2"/>
                      </a:solidFill>
                    </a:lnB>
                    <a:lnTlToBr w="0">
                      <a:noFill/>
                    </a:lnTlToBr>
                    <a:lnBlToTr w="0">
                      <a:noFill/>
                    </a:lnBlToTr>
                    <a:solidFill>
                      <a:schemeClr val="bg2"/>
                    </a:solidFill>
                  </a:tcPr>
                </a:tc>
                <a:tc hMerge="1">
                  <a:txBody>
                    <a:bodyPr/>
                    <a:lstStyle/>
                    <a:p>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extLst>
                  <a:ext uri="{0D108BD9-81ED-4DB2-BD59-A6C34878D82A}">
                    <a16:rowId xmlns:a16="http://schemas.microsoft.com/office/drawing/2014/main" val="828675968"/>
                  </a:ext>
                </a:extLst>
              </a:tr>
              <a:tr h="323927">
                <a:tc>
                  <a:txBody>
                    <a:bodyPr/>
                    <a:lstStyle/>
                    <a:p>
                      <a:pPr lvl="0">
                        <a:buNone/>
                      </a:pPr>
                      <a:r>
                        <a:rPr lang="en-US" sz="1000">
                          <a:latin typeface="+mn-lt"/>
                        </a:rPr>
                        <a:t>CEO</a:t>
                      </a:r>
                    </a:p>
                  </a:txBody>
                  <a:tcPr marL="0" marR="30668" marT="15335" marB="15335">
                    <a:lnL w="0">
                      <a:noFill/>
                    </a:lnL>
                    <a:lnR w="0">
                      <a:noFill/>
                    </a:lnR>
                    <a:lnT w="12700" cap="flat" cmpd="sng" algn="ctr">
                      <a:solidFill>
                        <a:schemeClr val="bg2"/>
                      </a:solidFill>
                      <a:prstDash val="solid"/>
                      <a:round/>
                      <a:headEnd type="none" w="med" len="med"/>
                      <a:tailEnd type="none" w="med" len="med"/>
                    </a:lnT>
                    <a:lnB w="12700">
                      <a:solidFill>
                        <a:schemeClr val="bg2"/>
                      </a:solidFill>
                    </a:lnB>
                    <a:lnTlToBr w="0">
                      <a:noFill/>
                    </a:lnTlToBr>
                    <a:lnBlToTr w="0">
                      <a:noFill/>
                    </a:lnBlToTr>
                    <a:noFill/>
                  </a:tcPr>
                </a:tc>
                <a:tc>
                  <a:txBody>
                    <a:bodyPr/>
                    <a:lstStyle/>
                    <a:p>
                      <a:pPr lvl="0" algn="l">
                        <a:lnSpc>
                          <a:spcPct val="100000"/>
                        </a:lnSpc>
                        <a:spcBef>
                          <a:spcPts val="0"/>
                        </a:spcBef>
                        <a:spcAft>
                          <a:spcPts val="0"/>
                        </a:spcAft>
                        <a:buNone/>
                      </a:pPr>
                      <a:r>
                        <a:rPr lang="en-US" sz="1000" b="0" i="0" u="none" strike="noStrike" noProof="0">
                          <a:solidFill>
                            <a:srgbClr val="000000"/>
                          </a:solidFill>
                          <a:latin typeface="Arial"/>
                        </a:rPr>
                        <a:t>Portfolio growth vs. risk appetite</a:t>
                      </a:r>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a:txBody>
                    <a:bodyPr/>
                    <a:lstStyle/>
                    <a:p>
                      <a:pPr lvl="0" algn="l">
                        <a:lnSpc>
                          <a:spcPct val="100000"/>
                        </a:lnSpc>
                        <a:spcBef>
                          <a:spcPts val="0"/>
                        </a:spcBef>
                        <a:spcAft>
                          <a:spcPts val="0"/>
                        </a:spcAft>
                        <a:buNone/>
                      </a:pPr>
                      <a:r>
                        <a:rPr lang="en-US" sz="1000" b="0" i="0" u="none" strike="noStrike" noProof="0">
                          <a:solidFill>
                            <a:srgbClr val="000000"/>
                          </a:solidFill>
                          <a:latin typeface="Arial"/>
                        </a:rPr>
                        <a:t>Strategic market positioning</a:t>
                      </a:r>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Balance-sheet optimization</a:t>
                      </a:r>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Risk culture &amp; talent</a:t>
                      </a:r>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Regulatory posture &amp; brand trust</a:t>
                      </a:r>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Digital-transformation ROI</a:t>
                      </a:r>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Enterprise AI investment thesis</a:t>
                      </a:r>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Change-leadership &amp; adoption coaching</a:t>
                      </a:r>
                      <a:endParaRPr lang="en-US"/>
                    </a:p>
                  </a:txBody>
                  <a:tcPr marL="30668" marR="30668" marT="15335" marB="15335">
                    <a:lnL w="0">
                      <a:noFill/>
                    </a:lnL>
                    <a:lnR w="0">
                      <a:noFill/>
                    </a:lnR>
                    <a:lnT w="19050">
                      <a:solidFill>
                        <a:schemeClr val="accent1"/>
                      </a:solidFill>
                    </a:lnT>
                    <a:lnB w="12700">
                      <a:solidFill>
                        <a:schemeClr val="bg2"/>
                      </a:solidFill>
                    </a:lnB>
                    <a:lnTlToBr w="0">
                      <a:noFill/>
                    </a:lnTlToBr>
                    <a:lnBlToTr w="0">
                      <a:noFill/>
                    </a:lnBlToTr>
                    <a:noFill/>
                  </a:tcPr>
                </a:tc>
                <a:extLst>
                  <a:ext uri="{0D108BD9-81ED-4DB2-BD59-A6C34878D82A}">
                    <a16:rowId xmlns:a16="http://schemas.microsoft.com/office/drawing/2014/main" val="2669996047"/>
                  </a:ext>
                </a:extLst>
              </a:tr>
              <a:tr h="323928">
                <a:tc>
                  <a:txBody>
                    <a:bodyPr/>
                    <a:lstStyle/>
                    <a:p>
                      <a:r>
                        <a:rPr lang="en-US" sz="1000" b="1">
                          <a:latin typeface="+mn-lt"/>
                        </a:rPr>
                        <a:t>CCO</a:t>
                      </a:r>
                      <a:r>
                        <a:rPr lang="en-US" sz="1000">
                          <a:latin typeface="+mn-lt"/>
                        </a:rPr>
                        <a:t> (Chief Credit Officer)</a:t>
                      </a:r>
                    </a:p>
                  </a:txBody>
                  <a:tcPr marL="0"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Credit approval flow Lifecycle optimization</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Credit process controls</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Basel/CCAR credit capital</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Risk-tech enhancements</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Optimize credit lifecycle</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Managed-service bureaus for underwriting &amp; monitoring</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7740778"/>
                  </a:ext>
                </a:extLst>
              </a:tr>
              <a:tr h="246825">
                <a:tc>
                  <a:txBody>
                    <a:bodyPr/>
                    <a:lstStyle/>
                    <a:p>
                      <a:r>
                        <a:rPr lang="en-US" sz="1000" b="1">
                          <a:latin typeface="+mn-lt"/>
                        </a:rPr>
                        <a:t>CFO</a:t>
                      </a:r>
                      <a:endParaRPr lang="en-US" sz="1000">
                        <a:latin typeface="+mn-lt"/>
                      </a:endParaRPr>
                    </a:p>
                  </a:txBody>
                  <a:tcPr marL="0"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Credit loss provisioning impact</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IRRBB/P&amp;L sensitivity</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Liquidity &amp; funding cost</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Financial-control automation</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Regulatory reporting (SEC, FDIC)</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Finance-data architecture &amp; ERP cloud</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FP&amp;A forecasting models</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Finance </a:t>
                      </a:r>
                      <a:r>
                        <a:rPr lang="en-US" sz="1000" err="1">
                          <a:latin typeface="+mn-lt"/>
                        </a:rPr>
                        <a:t>CoE</a:t>
                      </a:r>
                      <a:r>
                        <a:rPr lang="en-US" sz="1000">
                          <a:latin typeface="+mn-lt"/>
                        </a:rPr>
                        <a:t> &amp; BOT factory</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8985968"/>
                  </a:ext>
                </a:extLst>
              </a:tr>
              <a:tr h="246825">
                <a:tc>
                  <a:txBody>
                    <a:bodyPr/>
                    <a:lstStyle/>
                    <a:p>
                      <a:r>
                        <a:rPr lang="en-US" sz="1000" b="1">
                          <a:latin typeface="+mn-lt"/>
                        </a:rPr>
                        <a:t>CAO</a:t>
                      </a:r>
                      <a:endParaRPr lang="en-US" sz="1000">
                        <a:latin typeface="+mn-lt"/>
                      </a:endParaRPr>
                    </a:p>
                  </a:txBody>
                  <a:tcPr marL="0"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Reg reporting cadence (Y/M)</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Fair-value accounting &amp; hedge testing</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ALM accounting methodology</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SOX/ICFR automation</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ESG disclosure controls</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Reporting-automation stack</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Auto-draft financial statements</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Close-cycle outsourcing &amp; knowledge transfer</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886991"/>
                  </a:ext>
                </a:extLst>
              </a:tr>
              <a:tr h="246825">
                <a:tc>
                  <a:txBody>
                    <a:bodyPr/>
                    <a:lstStyle/>
                    <a:p>
                      <a:r>
                        <a:rPr lang="en-US" sz="1000" b="1">
                          <a:latin typeface="+mn-lt"/>
                        </a:rPr>
                        <a:t>CRO</a:t>
                      </a:r>
                      <a:endParaRPr lang="en-US" sz="1000">
                        <a:latin typeface="+mn-lt"/>
                      </a:endParaRPr>
                    </a:p>
                  </a:txBody>
                  <a:tcPr marL="0"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Early-warning &amp; loss monitoring</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err="1">
                          <a:latin typeface="+mn-lt"/>
                        </a:rPr>
                        <a:t>VaR</a:t>
                      </a:r>
                      <a:r>
                        <a:rPr lang="en-US" sz="1000">
                          <a:latin typeface="+mn-lt"/>
                        </a:rPr>
                        <a:t>/stress testing, tail risk</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Liquidity &amp; funding-risk models</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Quantitative Risk, Scenario analysis &amp; KRIs</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Enterprise risk governance</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Unified risk platform</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Model-risk automation, explainability</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Risk-analytics managed service</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9272359"/>
                  </a:ext>
                </a:extLst>
              </a:tr>
              <a:tr h="246825">
                <a:tc>
                  <a:txBody>
                    <a:bodyPr/>
                    <a:lstStyle/>
                    <a:p>
                      <a:pPr lvl="0">
                        <a:buNone/>
                      </a:pPr>
                      <a:r>
                        <a:rPr lang="en-US" sz="1000" b="1" i="0" u="none" strike="noStrike" noProof="0">
                          <a:solidFill>
                            <a:srgbClr val="000000"/>
                          </a:solidFill>
                          <a:latin typeface="Arial"/>
                        </a:rPr>
                        <a:t>COO</a:t>
                      </a:r>
                      <a:endParaRPr lang="en-US"/>
                    </a:p>
                  </a:txBody>
                  <a:tcPr marL="0" marR="30669" marT="15335" marB="15335">
                    <a:lnL>
                      <a:noFill/>
                    </a:lnL>
                    <a:lnR>
                      <a:noFill/>
                    </a:lnR>
                    <a:lnT w="12700" cap="flat" cmpd="sng" algn="ctr">
                      <a:solidFill>
                        <a:schemeClr val="bg2"/>
                      </a:solid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n-US" sz="1000" b="0" i="0" u="none" strike="noStrike" noProof="0">
                          <a:solidFill>
                            <a:srgbClr val="000000"/>
                          </a:solidFill>
                          <a:latin typeface="Arial"/>
                        </a:rPr>
                        <a:t>Front-line capacity release</a:t>
                      </a:r>
                      <a:endParaRPr lang="en-US" sz="1000">
                        <a:latin typeface="+mn-lt"/>
                      </a:endParaRPr>
                    </a:p>
                  </a:txBody>
                  <a:tcPr marL="30669" marR="30669" marT="15335" marB="15335">
                    <a:lnL>
                      <a:noFill/>
                    </a:lnL>
                    <a:lnR>
                      <a:noFill/>
                    </a:lnR>
                    <a:lnT w="12700" cap="flat" cmpd="sng" algn="ctr">
                      <a:solidFill>
                        <a:schemeClr val="bg2"/>
                      </a:solid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n-US" sz="1000" b="0" i="0" u="none" strike="noStrike" noProof="0">
                          <a:solidFill>
                            <a:srgbClr val="000000"/>
                          </a:solidFill>
                          <a:latin typeface="Arial"/>
                        </a:rPr>
                        <a:t>Trade-capture controls</a:t>
                      </a:r>
                      <a:endParaRPr lang="en-US" sz="1000">
                        <a:latin typeface="+mn-lt"/>
                      </a:endParaRPr>
                    </a:p>
                  </a:txBody>
                  <a:tcPr marL="30669" marR="30669" marT="15335" marB="15335">
                    <a:lnL>
                      <a:noFill/>
                    </a:lnL>
                    <a:lnR>
                      <a:noFill/>
                    </a:lnR>
                    <a:lnT w="12700" cap="flat" cmpd="sng" algn="ctr">
                      <a:solidFill>
                        <a:schemeClr val="bg2"/>
                      </a:solid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n-US" sz="1000" b="0" i="0" u="none" strike="noStrike" noProof="0">
                          <a:solidFill>
                            <a:srgbClr val="000000"/>
                          </a:solidFill>
                          <a:latin typeface="Arial"/>
                        </a:rPr>
                        <a:t>Payments &amp; settlements efficiency</a:t>
                      </a:r>
                      <a:endParaRPr lang="en-US" sz="1000">
                        <a:latin typeface="+mn-lt"/>
                      </a:endParaRPr>
                    </a:p>
                  </a:txBody>
                  <a:tcPr marL="30669" marR="30669" marT="15335" marB="15335">
                    <a:lnL>
                      <a:noFill/>
                    </a:lnL>
                    <a:lnR>
                      <a:noFill/>
                    </a:lnR>
                    <a:lnT w="12700" cap="flat" cmpd="sng" algn="ctr">
                      <a:solidFill>
                        <a:schemeClr val="bg2"/>
                      </a:solid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n-US" sz="1000" b="0" i="0" u="none" strike="noStrike" noProof="0">
                          <a:solidFill>
                            <a:srgbClr val="000000"/>
                          </a:solidFill>
                          <a:latin typeface="Arial"/>
                        </a:rPr>
                        <a:t>Process re-engineering, Agents</a:t>
                      </a:r>
                      <a:endParaRPr lang="en-US" sz="1000">
                        <a:latin typeface="+mn-lt"/>
                      </a:endParaRPr>
                    </a:p>
                  </a:txBody>
                  <a:tcPr marL="30669" marR="30669" marT="15335" marB="15335">
                    <a:lnL>
                      <a:noFill/>
                    </a:lnL>
                    <a:lnR>
                      <a:noFill/>
                    </a:lnR>
                    <a:lnT w="12700" cap="flat" cmpd="sng" algn="ctr">
                      <a:solidFill>
                        <a:schemeClr val="bg2"/>
                      </a:solid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n-US" sz="1000" b="0" i="0" u="none" strike="noStrike" noProof="0">
                          <a:solidFill>
                            <a:srgbClr val="000000"/>
                          </a:solidFill>
                          <a:latin typeface="Arial"/>
                        </a:rPr>
                        <a:t>Operational compliance</a:t>
                      </a:r>
                      <a:endParaRPr lang="en-US" sz="1000">
                        <a:latin typeface="+mn-lt"/>
                      </a:endParaRPr>
                    </a:p>
                  </a:txBody>
                  <a:tcPr marL="30669" marR="30669" marT="15335" marB="15335">
                    <a:lnL>
                      <a:noFill/>
                    </a:lnL>
                    <a:lnR>
                      <a:noFill/>
                    </a:lnR>
                    <a:lnT w="12700" cap="flat" cmpd="sng" algn="ctr">
                      <a:solidFill>
                        <a:schemeClr val="bg2"/>
                      </a:solid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n-US" sz="1000" b="0" i="0" u="none" strike="noStrike" noProof="0">
                          <a:solidFill>
                            <a:srgbClr val="000000"/>
                          </a:solidFill>
                          <a:latin typeface="Arial"/>
                        </a:rPr>
                        <a:t>Process-automation stack</a:t>
                      </a:r>
                      <a:endParaRPr lang="en-US"/>
                    </a:p>
                  </a:txBody>
                  <a:tcPr marL="30669" marR="30669" marT="15335" marB="15335">
                    <a:lnL>
                      <a:noFill/>
                    </a:lnL>
                    <a:lnR>
                      <a:noFill/>
                    </a:lnR>
                    <a:lnT w="12700" cap="flat" cmpd="sng" algn="ctr">
                      <a:solidFill>
                        <a:schemeClr val="bg2"/>
                      </a:solid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n-US" sz="1000" b="0" i="0" u="none" strike="noStrike" noProof="0">
                          <a:solidFill>
                            <a:srgbClr val="000000"/>
                          </a:solidFill>
                          <a:latin typeface="Arial"/>
                        </a:rPr>
                        <a:t>AI for workforce productivity</a:t>
                      </a:r>
                      <a:endParaRPr lang="en-US" sz="1000">
                        <a:latin typeface="+mn-lt"/>
                      </a:endParaRPr>
                    </a:p>
                  </a:txBody>
                  <a:tcPr marL="30669" marR="30669" marT="15335" marB="15335">
                    <a:lnL>
                      <a:noFill/>
                    </a:lnL>
                    <a:lnR>
                      <a:noFill/>
                    </a:lnR>
                    <a:lnT w="12700" cap="flat" cmpd="sng" algn="ctr">
                      <a:solidFill>
                        <a:schemeClr val="bg2"/>
                      </a:solid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n-US" sz="1000" b="0" i="0" u="none" strike="noStrike" noProof="0">
                          <a:solidFill>
                            <a:srgbClr val="000000"/>
                          </a:solidFill>
                          <a:latin typeface="Arial"/>
                        </a:rPr>
                        <a:t>BPO transition &amp; KPI dashboards</a:t>
                      </a:r>
                      <a:endParaRPr lang="en-US" sz="1000">
                        <a:latin typeface="+mn-lt"/>
                      </a:endParaRPr>
                    </a:p>
                  </a:txBody>
                  <a:tcPr marL="30669" marR="30669" marT="15335" marB="15335">
                    <a:lnL>
                      <a:noFill/>
                    </a:lnL>
                    <a:lnR>
                      <a:noFill/>
                    </a:lnR>
                    <a:lnT w="12700" cap="flat" cmpd="sng" algn="ctr">
                      <a:solidFill>
                        <a:schemeClr val="bg2"/>
                      </a:solid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6259481"/>
                  </a:ext>
                </a:extLst>
              </a:tr>
              <a:tr h="280147">
                <a:tc gridSpan="9">
                  <a:txBody>
                    <a:bodyPr/>
                    <a:lstStyle/>
                    <a:p>
                      <a:pPr lvl="0" algn="ctr">
                        <a:buNone/>
                      </a:pPr>
                      <a:r>
                        <a:rPr lang="en-US" sz="1000" b="1">
                          <a:latin typeface="+mn-lt"/>
                        </a:rPr>
                        <a:t>Infrastructure Stakeholders (Focus on Tech &amp; Data Foundations)</a:t>
                      </a:r>
                    </a:p>
                  </a:txBody>
                  <a:tcPr marL="0" marR="30668" marT="15335" marB="15335" anchor="ctr">
                    <a:lnL w="0">
                      <a:noFill/>
                    </a:lnL>
                    <a:lnR w="0">
                      <a:noFill/>
                    </a:lnR>
                    <a:lnT w="0">
                      <a:noFill/>
                    </a:lnT>
                    <a:lnB w="0">
                      <a:noFill/>
                    </a:lnB>
                    <a:lnTlToBr w="0">
                      <a:noFill/>
                    </a:lnTlToBr>
                    <a:lnBlToTr w="0">
                      <a:noFill/>
                    </a:lnBlToTr>
                    <a:solidFill>
                      <a:schemeClr val="bg2"/>
                    </a:solidFill>
                  </a:tcPr>
                </a:tc>
                <a:tc hMerge="1">
                  <a:txBody>
                    <a:bodyPr/>
                    <a:lstStyle/>
                    <a:p>
                      <a:endParaRPr lang="en-US"/>
                    </a:p>
                  </a:txBody>
                  <a:tcPr marL="30668" marR="30668" marT="15335" marB="15335">
                    <a:lnL w="0">
                      <a:noFill/>
                    </a:lnL>
                    <a:lnR w="0">
                      <a:noFill/>
                    </a:lnR>
                    <a:lnT w="12700">
                      <a:solidFill>
                        <a:schemeClr val="bg2"/>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2700">
                      <a:solidFill>
                        <a:schemeClr val="bg2"/>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2700">
                      <a:solidFill>
                        <a:schemeClr val="bg2"/>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2700">
                      <a:solidFill>
                        <a:schemeClr val="bg2"/>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2700">
                      <a:solidFill>
                        <a:schemeClr val="bg2"/>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2700">
                      <a:solidFill>
                        <a:schemeClr val="bg2"/>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2700">
                      <a:solidFill>
                        <a:schemeClr val="bg2"/>
                      </a:solidFill>
                    </a:lnT>
                    <a:lnB w="12700">
                      <a:solidFill>
                        <a:schemeClr val="bg2"/>
                      </a:solidFill>
                    </a:lnB>
                    <a:lnTlToBr w="0">
                      <a:noFill/>
                    </a:lnTlToBr>
                    <a:lnBlToTr w="0">
                      <a:noFill/>
                    </a:lnBlToTr>
                    <a:noFill/>
                  </a:tcPr>
                </a:tc>
                <a:tc hMerge="1">
                  <a:txBody>
                    <a:bodyPr/>
                    <a:lstStyle/>
                    <a:p>
                      <a:endParaRPr lang="en-US"/>
                    </a:p>
                  </a:txBody>
                  <a:tcPr marL="30668" marR="30668" marT="15335" marB="15335">
                    <a:lnL w="0">
                      <a:noFill/>
                    </a:lnL>
                    <a:lnR w="0">
                      <a:noFill/>
                    </a:lnR>
                    <a:lnT w="12700">
                      <a:solidFill>
                        <a:schemeClr val="bg2"/>
                      </a:solidFill>
                    </a:lnT>
                    <a:lnB w="12700">
                      <a:solidFill>
                        <a:schemeClr val="bg2"/>
                      </a:solidFill>
                    </a:lnB>
                    <a:lnTlToBr w="0">
                      <a:noFill/>
                    </a:lnTlToBr>
                    <a:lnBlToTr w="0">
                      <a:noFill/>
                    </a:lnBlToTr>
                    <a:noFill/>
                  </a:tcPr>
                </a:tc>
                <a:extLst>
                  <a:ext uri="{0D108BD9-81ED-4DB2-BD59-A6C34878D82A}">
                    <a16:rowId xmlns:a16="http://schemas.microsoft.com/office/drawing/2014/main" val="77617027"/>
                  </a:ext>
                </a:extLst>
              </a:tr>
              <a:tr h="169722">
                <a:tc>
                  <a:txBody>
                    <a:bodyPr/>
                    <a:lstStyle/>
                    <a:p>
                      <a:pPr lvl="0">
                        <a:buNone/>
                      </a:pPr>
                      <a:r>
                        <a:rPr lang="en-US" sz="1000" b="1">
                          <a:latin typeface="+mn-lt"/>
                        </a:rPr>
                        <a:t>CTO</a:t>
                      </a:r>
                    </a:p>
                  </a:txBody>
                  <a:tcPr marL="0" marR="30668" marT="15335" marB="15335">
                    <a:lnL w="0">
                      <a:noFill/>
                    </a:lnL>
                    <a:lnR w="0">
                      <a:noFill/>
                    </a:lnR>
                    <a:lnT w="0">
                      <a:noFill/>
                    </a:lnT>
                    <a:lnB w="12700">
                      <a:solidFill>
                        <a:schemeClr val="bg2"/>
                      </a:solidFill>
                    </a:lnB>
                    <a:lnTlToBr w="0">
                      <a:noFill/>
                    </a:lnTlToBr>
                    <a:lnBlToTr w="0">
                      <a:noFill/>
                    </a:lnBlToTr>
                    <a:noFill/>
                  </a:tcPr>
                </a:tc>
                <a:tc>
                  <a:txBody>
                    <a:bodyPr/>
                    <a:lstStyle/>
                    <a:p>
                      <a:pPr lvl="0">
                        <a:buNone/>
                      </a:pPr>
                      <a:r>
                        <a:rPr lang="en-US" sz="1000" b="0" i="0" u="none" strike="noStrike" baseline="0" noProof="0">
                          <a:solidFill>
                            <a:srgbClr val="000000"/>
                          </a:solidFill>
                          <a:latin typeface="Arial"/>
                        </a:rPr>
                        <a:t>Integrated credit technologies</a:t>
                      </a:r>
                      <a:endParaRPr lang="en-US"/>
                    </a:p>
                  </a:txBody>
                  <a:tcPr marL="30668" marR="30668" marT="15335" marB="15335">
                    <a:lnL w="0">
                      <a:noFill/>
                    </a:lnL>
                    <a:lnR w="0">
                      <a:noFill/>
                    </a:lnR>
                    <a:lnT w="0">
                      <a:noFill/>
                    </a:lnT>
                    <a:lnB w="12700">
                      <a:solidFill>
                        <a:schemeClr val="bg2"/>
                      </a:solidFill>
                    </a:lnB>
                    <a:lnTlToBr w="0">
                      <a:noFill/>
                    </a:lnTlToBr>
                    <a:lnBlToTr w="0">
                      <a:noFill/>
                    </a:lnBlToTr>
                    <a:noFill/>
                  </a:tcPr>
                </a:tc>
                <a:tc>
                  <a:txBody>
                    <a:bodyPr/>
                    <a:lstStyle/>
                    <a:p>
                      <a:pPr lvl="0" algn="l">
                        <a:lnSpc>
                          <a:spcPct val="100000"/>
                        </a:lnSpc>
                        <a:spcBef>
                          <a:spcPts val="0"/>
                        </a:spcBef>
                        <a:spcAft>
                          <a:spcPts val="0"/>
                        </a:spcAft>
                        <a:buNone/>
                      </a:pPr>
                      <a:r>
                        <a:rPr lang="en-US" sz="1000" b="0" i="0" u="none" strike="noStrike" noProof="0">
                          <a:solidFill>
                            <a:srgbClr val="000000"/>
                          </a:solidFill>
                          <a:latin typeface="Arial"/>
                        </a:rPr>
                        <a:t>Market-data &amp; pricing engines</a:t>
                      </a:r>
                    </a:p>
                  </a:txBody>
                  <a:tcPr marL="30668" marR="30668" marT="15335" marB="15335">
                    <a:lnL w="0">
                      <a:noFill/>
                    </a:lnL>
                    <a:lnR w="0">
                      <a:noFill/>
                    </a:lnR>
                    <a:lnT w="0">
                      <a:noFill/>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Treasury &amp; cash-management systems</a:t>
                      </a:r>
                      <a:endParaRPr lang="en-US"/>
                    </a:p>
                  </a:txBody>
                  <a:tcPr marL="30668" marR="30668" marT="15335" marB="15335">
                    <a:lnL w="0">
                      <a:noFill/>
                    </a:lnL>
                    <a:lnR w="0">
                      <a:noFill/>
                    </a:lnR>
                    <a:lnT w="0">
                      <a:noFill/>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Agent Enablement, Automation</a:t>
                      </a:r>
                      <a:endParaRPr lang="en-US"/>
                    </a:p>
                  </a:txBody>
                  <a:tcPr marL="30668" marR="30668" marT="15335" marB="15335">
                    <a:lnL w="0">
                      <a:noFill/>
                    </a:lnL>
                    <a:lnR w="0">
                      <a:noFill/>
                    </a:lnR>
                    <a:lnT w="0">
                      <a:noFill/>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Cloud-compliance tooling</a:t>
                      </a:r>
                      <a:endParaRPr lang="en-US"/>
                    </a:p>
                  </a:txBody>
                  <a:tcPr marL="30668" marR="30668" marT="15335" marB="15335">
                    <a:lnL w="0">
                      <a:noFill/>
                    </a:lnL>
                    <a:lnR w="0">
                      <a:noFill/>
                    </a:lnR>
                    <a:lnT w="0">
                      <a:noFill/>
                    </a:lnT>
                    <a:lnB w="12700">
                      <a:solidFill>
                        <a:schemeClr val="bg2"/>
                      </a:solidFill>
                    </a:lnB>
                    <a:lnTlToBr w="0">
                      <a:noFill/>
                    </a:lnTlToBr>
                    <a:lnBlToTr w="0">
                      <a:noFill/>
                    </a:lnBlToTr>
                    <a:noFill/>
                  </a:tcPr>
                </a:tc>
                <a:tc>
                  <a:txBody>
                    <a:bodyPr/>
                    <a:lstStyle/>
                    <a:p>
                      <a:pPr lvl="0">
                        <a:buNone/>
                      </a:pPr>
                      <a:r>
                        <a:rPr lang="en-US" sz="1000" b="1" i="0" u="none" strike="noStrike" noProof="0">
                          <a:solidFill>
                            <a:srgbClr val="000000"/>
                          </a:solidFill>
                          <a:latin typeface="Arial"/>
                        </a:rPr>
                        <a:t>Tech infra &amp; cloud transformation</a:t>
                      </a:r>
                      <a:endParaRPr lang="en-US"/>
                    </a:p>
                  </a:txBody>
                  <a:tcPr marL="30668" marR="30668" marT="15335" marB="15335">
                    <a:lnL w="0">
                      <a:noFill/>
                    </a:lnL>
                    <a:lnR w="0">
                      <a:noFill/>
                    </a:lnR>
                    <a:lnT w="0">
                      <a:noFill/>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AI Dev/Deploy/Monitor (DDM) platform</a:t>
                      </a:r>
                      <a:endParaRPr lang="en-US"/>
                    </a:p>
                  </a:txBody>
                  <a:tcPr marL="30668" marR="30668" marT="15335" marB="15335">
                    <a:lnL w="0">
                      <a:noFill/>
                    </a:lnL>
                    <a:lnR w="0">
                      <a:noFill/>
                    </a:lnR>
                    <a:lnT w="0">
                      <a:noFill/>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Engineering pods, SRE, FinOps</a:t>
                      </a:r>
                      <a:endParaRPr lang="en-US"/>
                    </a:p>
                  </a:txBody>
                  <a:tcPr marL="30668" marR="30668" marT="15335" marB="15335">
                    <a:lnL w="0">
                      <a:noFill/>
                    </a:lnL>
                    <a:lnR w="0">
                      <a:noFill/>
                    </a:lnR>
                    <a:lnT w="0">
                      <a:noFill/>
                    </a:lnT>
                    <a:lnB w="12700">
                      <a:solidFill>
                        <a:schemeClr val="bg2"/>
                      </a:solidFill>
                    </a:lnB>
                    <a:lnTlToBr w="0">
                      <a:noFill/>
                    </a:lnTlToBr>
                    <a:lnBlToTr w="0">
                      <a:noFill/>
                    </a:lnBlToTr>
                    <a:noFill/>
                  </a:tcPr>
                </a:tc>
                <a:extLst>
                  <a:ext uri="{0D108BD9-81ED-4DB2-BD59-A6C34878D82A}">
                    <a16:rowId xmlns:a16="http://schemas.microsoft.com/office/drawing/2014/main" val="975423906"/>
                  </a:ext>
                </a:extLst>
              </a:tr>
              <a:tr h="169722">
                <a:tc>
                  <a:txBody>
                    <a:bodyPr/>
                    <a:lstStyle/>
                    <a:p>
                      <a:pPr lvl="0">
                        <a:buNone/>
                      </a:pPr>
                      <a:r>
                        <a:rPr lang="en-US" sz="1000" b="1" i="0" u="none" strike="noStrike" noProof="0">
                          <a:solidFill>
                            <a:srgbClr val="000000"/>
                          </a:solidFill>
                          <a:latin typeface="Arial"/>
                        </a:rPr>
                        <a:t>CDO</a:t>
                      </a:r>
                      <a:endParaRPr lang="en-US"/>
                    </a:p>
                  </a:txBody>
                  <a:tcPr marL="0" marR="30668" marT="15335" marB="15335">
                    <a:lnL w="0">
                      <a:noFill/>
                    </a:lnL>
                    <a:lnR w="0">
                      <a:noFill/>
                    </a:lnR>
                    <a:lnT w="12700" cap="flat" cmpd="sng" algn="ctr">
                      <a:solidFill>
                        <a:schemeClr val="bg2"/>
                      </a:solidFill>
                      <a:prstDash val="solid"/>
                      <a:round/>
                      <a:headEnd type="none" w="med" len="med"/>
                      <a:tailEnd type="none" w="med" len="med"/>
                    </a:lnT>
                    <a:lnB w="12700">
                      <a:solidFill>
                        <a:schemeClr val="bg2"/>
                      </a:solidFill>
                    </a:lnB>
                    <a:lnTlToBr w="0">
                      <a:noFill/>
                    </a:lnTlToBr>
                    <a:lnBlToTr w="0">
                      <a:noFill/>
                    </a:lnBlToTr>
                    <a:noFill/>
                  </a:tcPr>
                </a:tc>
                <a:tc>
                  <a:txBody>
                    <a:bodyPr/>
                    <a:lstStyle/>
                    <a:p>
                      <a:pPr lvl="0" algn="l">
                        <a:lnSpc>
                          <a:spcPct val="100000"/>
                        </a:lnSpc>
                        <a:spcBef>
                          <a:spcPts val="0"/>
                        </a:spcBef>
                        <a:spcAft>
                          <a:spcPts val="0"/>
                        </a:spcAft>
                        <a:buNone/>
                      </a:pPr>
                      <a:r>
                        <a:rPr lang="en-US" sz="1000" b="0" i="0" u="none" strike="noStrike" noProof="0">
                          <a:solidFill>
                            <a:srgbClr val="000000"/>
                          </a:solidFill>
                          <a:latin typeface="Arial"/>
                        </a:rPr>
                        <a:t>Integrated credit data</a:t>
                      </a:r>
                    </a:p>
                  </a:txBody>
                  <a:tcPr marL="30668" marR="30668" marT="15335" marB="15335">
                    <a:lnL w="0">
                      <a:noFill/>
                    </a:lnL>
                    <a:lnR w="0">
                      <a:noFill/>
                    </a:lnR>
                    <a:lnT w="12700" cap="flat" cmpd="sng" algn="ctr">
                      <a:solidFill>
                        <a:schemeClr val="bg2"/>
                      </a:solidFill>
                      <a:prstDash val="solid"/>
                      <a:round/>
                      <a:headEnd type="none" w="med" len="med"/>
                      <a:tailEnd type="none" w="med" len="med"/>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Pricing/market-data lineage</a:t>
                      </a:r>
                      <a:endParaRPr lang="en-US"/>
                    </a:p>
                  </a:txBody>
                  <a:tcPr marL="30668" marR="30668" marT="15335" marB="15335">
                    <a:lnL w="0">
                      <a:noFill/>
                    </a:lnL>
                    <a:lnR w="0">
                      <a:noFill/>
                    </a:lnR>
                    <a:lnT w="12700" cap="flat" cmpd="sng" algn="ctr">
                      <a:solidFill>
                        <a:schemeClr val="bg2"/>
                      </a:solidFill>
                      <a:prstDash val="solid"/>
                      <a:round/>
                      <a:headEnd type="none" w="med" len="med"/>
                      <a:tailEnd type="none" w="med" len="med"/>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Golden-source liquidity data</a:t>
                      </a:r>
                      <a:endParaRPr lang="en-US"/>
                    </a:p>
                  </a:txBody>
                  <a:tcPr marL="30668" marR="30668" marT="15335" marB="15335">
                    <a:lnL w="0">
                      <a:noFill/>
                    </a:lnL>
                    <a:lnR w="0">
                      <a:noFill/>
                    </a:lnR>
                    <a:lnT w="12700" cap="flat" cmpd="sng" algn="ctr">
                      <a:solidFill>
                        <a:schemeClr val="bg2"/>
                      </a:solidFill>
                      <a:prstDash val="solid"/>
                      <a:round/>
                      <a:headEnd type="none" w="med" len="med"/>
                      <a:tailEnd type="none" w="med" len="med"/>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Data quality &amp; lineage controls</a:t>
                      </a:r>
                      <a:endParaRPr lang="en-US"/>
                    </a:p>
                  </a:txBody>
                  <a:tcPr marL="30668" marR="30668" marT="15335" marB="15335">
                    <a:lnL w="0">
                      <a:noFill/>
                    </a:lnL>
                    <a:lnR w="0">
                      <a:noFill/>
                    </a:lnR>
                    <a:lnT w="12700" cap="flat" cmpd="sng" algn="ctr">
                      <a:solidFill>
                        <a:schemeClr val="bg2"/>
                      </a:solidFill>
                      <a:prstDash val="solid"/>
                      <a:round/>
                      <a:headEnd type="none" w="med" len="med"/>
                      <a:tailEnd type="none" w="med" len="med"/>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Privacy/data-sharing regs</a:t>
                      </a:r>
                      <a:endParaRPr lang="en-US"/>
                    </a:p>
                  </a:txBody>
                  <a:tcPr marL="30668" marR="30668" marT="15335" marB="15335">
                    <a:lnL w="0">
                      <a:noFill/>
                    </a:lnL>
                    <a:lnR w="0">
                      <a:noFill/>
                    </a:lnR>
                    <a:lnT w="12700" cap="flat" cmpd="sng" algn="ctr">
                      <a:solidFill>
                        <a:schemeClr val="bg2"/>
                      </a:solidFill>
                      <a:prstDash val="solid"/>
                      <a:round/>
                      <a:headEnd type="none" w="med" len="med"/>
                      <a:tailEnd type="none" w="med" len="med"/>
                    </a:lnT>
                    <a:lnB w="12700">
                      <a:solidFill>
                        <a:schemeClr val="bg2"/>
                      </a:solidFill>
                    </a:lnB>
                    <a:lnTlToBr w="0">
                      <a:noFill/>
                    </a:lnTlToBr>
                    <a:lnBlToTr w="0">
                      <a:noFill/>
                    </a:lnBlToTr>
                    <a:noFill/>
                  </a:tcPr>
                </a:tc>
                <a:tc>
                  <a:txBody>
                    <a:bodyPr/>
                    <a:lstStyle/>
                    <a:p>
                      <a:pPr lvl="0">
                        <a:buNone/>
                      </a:pPr>
                      <a:r>
                        <a:rPr lang="en-US" sz="1000" b="1" i="0" u="none" strike="noStrike" noProof="0">
                          <a:solidFill>
                            <a:srgbClr val="000000"/>
                          </a:solidFill>
                          <a:latin typeface="Arial"/>
                        </a:rPr>
                        <a:t>Enterprise data platform</a:t>
                      </a:r>
                      <a:endParaRPr lang="en-US"/>
                    </a:p>
                  </a:txBody>
                  <a:tcPr marL="30668" marR="30668" marT="15335" marB="15335">
                    <a:lnL w="0">
                      <a:noFill/>
                    </a:lnL>
                    <a:lnR w="0">
                      <a:noFill/>
                    </a:lnR>
                    <a:lnT w="12700" cap="flat" cmpd="sng" algn="ctr">
                      <a:solidFill>
                        <a:schemeClr val="bg2"/>
                      </a:solidFill>
                      <a:prstDash val="solid"/>
                      <a:round/>
                      <a:headEnd type="none" w="med" len="med"/>
                      <a:tailEnd type="none" w="med" len="med"/>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AI-ready data pipelines</a:t>
                      </a:r>
                      <a:endParaRPr lang="en-US"/>
                    </a:p>
                  </a:txBody>
                  <a:tcPr marL="30668" marR="30668" marT="15335" marB="15335">
                    <a:lnL w="0">
                      <a:noFill/>
                    </a:lnL>
                    <a:lnR w="0">
                      <a:noFill/>
                    </a:lnR>
                    <a:lnT w="12700" cap="flat" cmpd="sng" algn="ctr">
                      <a:solidFill>
                        <a:schemeClr val="bg2"/>
                      </a:solidFill>
                      <a:prstDash val="solid"/>
                      <a:round/>
                      <a:headEnd type="none" w="med" len="med"/>
                      <a:tailEnd type="none" w="med" len="med"/>
                    </a:lnT>
                    <a:lnB w="12700">
                      <a:solidFill>
                        <a:schemeClr val="bg2"/>
                      </a:solidFill>
                    </a:lnB>
                    <a:lnTlToBr w="0">
                      <a:noFill/>
                    </a:lnTlToBr>
                    <a:lnBlToTr w="0">
                      <a:noFill/>
                    </a:lnBlToTr>
                    <a:noFill/>
                  </a:tcPr>
                </a:tc>
                <a:tc>
                  <a:txBody>
                    <a:bodyPr/>
                    <a:lstStyle/>
                    <a:p>
                      <a:pPr lvl="0">
                        <a:buNone/>
                      </a:pPr>
                      <a:r>
                        <a:rPr lang="en-US" sz="1000" b="0" i="0" u="none" strike="noStrike" noProof="0">
                          <a:solidFill>
                            <a:srgbClr val="000000"/>
                          </a:solidFill>
                          <a:latin typeface="Arial"/>
                        </a:rPr>
                        <a:t>Data-ops &amp; stewardship as-a-service</a:t>
                      </a:r>
                      <a:endParaRPr lang="en-US"/>
                    </a:p>
                  </a:txBody>
                  <a:tcPr marL="30668" marR="30668" marT="15335" marB="15335">
                    <a:lnL w="0">
                      <a:noFill/>
                    </a:lnL>
                    <a:lnR w="0">
                      <a:noFill/>
                    </a:lnR>
                    <a:lnT w="12700" cap="flat" cmpd="sng" algn="ctr">
                      <a:solidFill>
                        <a:schemeClr val="bg2"/>
                      </a:solidFill>
                      <a:prstDash val="solid"/>
                      <a:round/>
                      <a:headEnd type="none" w="med" len="med"/>
                      <a:tailEnd type="none" w="med" len="med"/>
                    </a:lnT>
                    <a:lnB w="12700">
                      <a:solidFill>
                        <a:schemeClr val="bg2"/>
                      </a:solidFill>
                    </a:lnB>
                    <a:lnTlToBr w="0">
                      <a:noFill/>
                    </a:lnTlToBr>
                    <a:lnBlToTr w="0">
                      <a:noFill/>
                    </a:lnBlToTr>
                    <a:noFill/>
                  </a:tcPr>
                </a:tc>
                <a:extLst>
                  <a:ext uri="{0D108BD9-81ED-4DB2-BD59-A6C34878D82A}">
                    <a16:rowId xmlns:a16="http://schemas.microsoft.com/office/drawing/2014/main" val="972680723"/>
                  </a:ext>
                </a:extLst>
              </a:tr>
              <a:tr h="169722">
                <a:tc>
                  <a:txBody>
                    <a:bodyPr/>
                    <a:lstStyle/>
                    <a:p>
                      <a:r>
                        <a:rPr lang="en-US" sz="1000" b="1">
                          <a:latin typeface="+mn-lt"/>
                        </a:rPr>
                        <a:t>CIO</a:t>
                      </a:r>
                      <a:endParaRPr lang="en-US" sz="1000">
                        <a:latin typeface="+mn-lt"/>
                      </a:endParaRPr>
                    </a:p>
                  </a:txBody>
                  <a:tcPr marL="0"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EWS &amp; monitoring platform</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Risk-system–to-trading connectivity</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Cash-platform integration</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Cyber-resiliency, incident mgmt.</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NIST/FFIEC frameworks</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a:latin typeface="+mn-lt"/>
                        </a:rPr>
                        <a:t>Business </a:t>
                      </a:r>
                      <a:r>
                        <a:rPr lang="en-US" sz="1000" b="1" err="1">
                          <a:latin typeface="+mn-lt"/>
                        </a:rPr>
                        <a:t>reqs</a:t>
                      </a:r>
                      <a:r>
                        <a:rPr lang="en-US" sz="1000" b="1">
                          <a:latin typeface="+mn-lt"/>
                        </a:rPr>
                        <a:t> &amp; data store</a:t>
                      </a:r>
                      <a:endParaRPr lang="en-US" sz="1000">
                        <a:latin typeface="+mn-lt"/>
                      </a:endParaRP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AI governance &amp; integration patterns</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a:latin typeface="+mn-lt"/>
                        </a:rPr>
                        <a:t>ITSM/ongoing platform support</a:t>
                      </a:r>
                    </a:p>
                  </a:txBody>
                  <a:tcPr marL="30669" marR="30669" marT="15335" marB="15335">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5268708"/>
                  </a:ext>
                </a:extLst>
              </a:tr>
            </a:tbl>
          </a:graphicData>
        </a:graphic>
      </p:graphicFrame>
      <p:sp>
        <p:nvSpPr>
          <p:cNvPr id="14" name="Footer Placeholder 10">
            <a:extLst>
              <a:ext uri="{FF2B5EF4-FFF2-40B4-BE49-F238E27FC236}">
                <a16:creationId xmlns:a16="http://schemas.microsoft.com/office/drawing/2014/main" id="{872D5F93-6780-18A0-9EC0-9977F0311781}"/>
              </a:ext>
            </a:extLst>
          </p:cNvPr>
          <p:cNvSpPr>
            <a:spLocks noGrp="1"/>
          </p:cNvSpPr>
          <p:nvPr>
            <p:ph type="ftr" sz="quarter" idx="3"/>
          </p:nvPr>
        </p:nvSpPr>
        <p:spPr>
          <a:xfrm>
            <a:off x="1066800" y="6497441"/>
            <a:ext cx="8814816" cy="161583"/>
          </a:xfrm>
        </p:spPr>
        <p:txBody>
          <a:bodyPr/>
          <a:lstStyle/>
          <a:p>
            <a:pPr algn="l"/>
            <a:r>
              <a:rPr lang="en-US"/>
              <a:t>Accelerating Risk Transformation through Agentic AI</a:t>
            </a:r>
          </a:p>
        </p:txBody>
      </p:sp>
    </p:spTree>
    <p:extLst>
      <p:ext uri="{BB962C8B-B14F-4D97-AF65-F5344CB8AC3E}">
        <p14:creationId xmlns:p14="http://schemas.microsoft.com/office/powerpoint/2010/main" val="3301333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9BB6F0-278F-E9A7-87DF-8028711731BC}"/>
            </a:ext>
          </a:extLst>
        </p:cNvPr>
        <p:cNvGrpSpPr/>
        <p:nvPr/>
      </p:nvGrpSpPr>
      <p:grpSpPr>
        <a:xfrm>
          <a:off x="0" y="0"/>
          <a:ext cx="0" cy="0"/>
          <a:chOff x="0" y="0"/>
          <a:chExt cx="0" cy="0"/>
        </a:xfrm>
      </p:grpSpPr>
      <p:pic>
        <p:nvPicPr>
          <p:cNvPr id="3" name="Picture 2" descr="A blank laptop screen - Adobe Stock 278630335">
            <a:extLst>
              <a:ext uri="{FF2B5EF4-FFF2-40B4-BE49-F238E27FC236}">
                <a16:creationId xmlns:a16="http://schemas.microsoft.com/office/drawing/2014/main" id="{184981BE-E49B-6616-B98B-C8C392E09F4A}"/>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854104" y="311063"/>
            <a:ext cx="10559993" cy="6098394"/>
          </a:xfrm>
          <a:prstGeom prst="rect">
            <a:avLst/>
          </a:prstGeom>
        </p:spPr>
      </p:pic>
      <p:sp>
        <p:nvSpPr>
          <p:cNvPr id="2" name="Title 1">
            <a:extLst>
              <a:ext uri="{FF2B5EF4-FFF2-40B4-BE49-F238E27FC236}">
                <a16:creationId xmlns:a16="http://schemas.microsoft.com/office/drawing/2014/main" id="{60BD9F98-683D-9994-727F-00A59B27CB0F}"/>
              </a:ext>
            </a:extLst>
          </p:cNvPr>
          <p:cNvSpPr>
            <a:spLocks noGrp="1"/>
          </p:cNvSpPr>
          <p:nvPr>
            <p:ph type="title" idx="4294967295"/>
          </p:nvPr>
        </p:nvSpPr>
        <p:spPr>
          <a:xfrm>
            <a:off x="3273425" y="4384675"/>
            <a:ext cx="5645150" cy="369332"/>
          </a:xfrm>
        </p:spPr>
        <p:txBody>
          <a:bodyPr>
            <a:spAutoFit/>
          </a:bodyPr>
          <a:lstStyle/>
          <a:p>
            <a:pPr algn="ctr">
              <a:lnSpc>
                <a:spcPct val="100000"/>
              </a:lnSpc>
            </a:pPr>
            <a:r>
              <a:rPr lang="en-US" sz="2400">
                <a:solidFill>
                  <a:schemeClr val="tx2"/>
                </a:solidFill>
                <a:latin typeface="+mn-lt"/>
              </a:rPr>
              <a:t>CDA Demo</a:t>
            </a:r>
          </a:p>
        </p:txBody>
      </p:sp>
      <p:sp>
        <p:nvSpPr>
          <p:cNvPr id="6" name="Title 1">
            <a:extLst>
              <a:ext uri="{FF2B5EF4-FFF2-40B4-BE49-F238E27FC236}">
                <a16:creationId xmlns:a16="http://schemas.microsoft.com/office/drawing/2014/main" id="{C3EA2C77-6A2A-3682-F9D4-F95A1C9AF25A}"/>
              </a:ext>
            </a:extLst>
          </p:cNvPr>
          <p:cNvSpPr txBox="1">
            <a:spLocks/>
          </p:cNvSpPr>
          <p:nvPr/>
        </p:nvSpPr>
        <p:spPr>
          <a:xfrm>
            <a:off x="2143125" y="3293170"/>
            <a:ext cx="7905750" cy="861774"/>
          </a:xfrm>
          <a:prstGeom prst="rect">
            <a:avLst/>
          </a:prstGeom>
          <a:solidFill>
            <a:schemeClr val="accent3"/>
          </a:solidFill>
        </p:spPr>
        <p:txBody>
          <a:bodyPr vert="horz" lIns="91440" tIns="182880" rIns="91440" bIns="182880" rtlCol="0" anchor="t" anchorCtr="0">
            <a:spAutoFit/>
          </a:bodyPr>
          <a:lstStyle>
            <a:lvl1pPr algn="l" defTabSz="914377" rtl="0" eaLnBrk="1" latinLnBrk="0" hangingPunct="1">
              <a:lnSpc>
                <a:spcPct val="110000"/>
              </a:lnSpc>
              <a:spcBef>
                <a:spcPct val="0"/>
              </a:spcBef>
              <a:buNone/>
              <a:defRPr sz="2400" kern="1200">
                <a:solidFill>
                  <a:schemeClr val="tx1"/>
                </a:solidFill>
                <a:latin typeface="+mj-lt"/>
                <a:ea typeface="+mj-ea"/>
                <a:cs typeface="+mj-cs"/>
              </a:defRPr>
            </a:lvl1pPr>
          </a:lstStyle>
          <a:p>
            <a:pPr algn="ctr">
              <a:lnSpc>
                <a:spcPct val="100000"/>
              </a:lnSpc>
              <a:defRPr/>
            </a:pPr>
            <a:r>
              <a:rPr kumimoji="0" lang="en-US" sz="3200" b="0" i="0" u="none" strike="noStrike" kern="1200" cap="none" spc="0" normalizeH="0" baseline="0" noProof="0">
                <a:ln>
                  <a:noFill/>
                </a:ln>
                <a:solidFill>
                  <a:schemeClr val="tx2"/>
                </a:solidFill>
                <a:effectLst/>
                <a:uLnTx/>
                <a:uFillTx/>
                <a:latin typeface="+mn-lt"/>
                <a:cs typeface="Helvetica"/>
              </a:rPr>
              <a:t>Let’s do </a:t>
            </a:r>
            <a:r>
              <a:rPr kumimoji="0" lang="en-US" sz="3200" b="0" i="0" u="none" strike="sngStrike" kern="1200" cap="none" spc="0" normalizeH="0" baseline="0" noProof="0">
                <a:ln>
                  <a:noFill/>
                </a:ln>
                <a:solidFill>
                  <a:schemeClr val="tx2"/>
                </a:solidFill>
                <a:effectLst/>
                <a:uLnTx/>
                <a:uFillTx/>
                <a:latin typeface="+mn-lt"/>
                <a:cs typeface="Helvetica"/>
              </a:rPr>
              <a:t>artificial intelligence </a:t>
            </a:r>
            <a:r>
              <a:rPr lang="en-US" sz="3200">
                <a:solidFill>
                  <a:schemeClr val="tx2"/>
                </a:solidFill>
                <a:latin typeface="+mn-lt"/>
                <a:cs typeface="helvetica"/>
              </a:rPr>
              <a:t>real builds </a:t>
            </a:r>
            <a:endParaRPr lang="en-US" sz="1600">
              <a:solidFill>
                <a:schemeClr val="tx2"/>
              </a:solidFill>
              <a:latin typeface="+mn-lt"/>
            </a:endParaRPr>
          </a:p>
        </p:txBody>
      </p:sp>
      <p:pic>
        <p:nvPicPr>
          <p:cNvPr id="4" name="Graphic 3">
            <a:extLst>
              <a:ext uri="{FF2B5EF4-FFF2-40B4-BE49-F238E27FC236}">
                <a16:creationId xmlns:a16="http://schemas.microsoft.com/office/drawing/2014/main" id="{EA88EDA3-48A9-D64C-C500-3F39D2D32F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03085" y="1255739"/>
            <a:ext cx="1585831" cy="1585831"/>
          </a:xfrm>
          <a:prstGeom prst="rect">
            <a:avLst/>
          </a:prstGeom>
        </p:spPr>
      </p:pic>
    </p:spTree>
    <p:extLst>
      <p:ext uri="{BB962C8B-B14F-4D97-AF65-F5344CB8AC3E}">
        <p14:creationId xmlns:p14="http://schemas.microsoft.com/office/powerpoint/2010/main" val="3631914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CE9DB-AC5F-5A2C-5EA6-F1E0FD714547}"/>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B38B676-BCDA-6531-8341-A887085595F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6" name="think-cell data - do not delete" hidden="1">
                        <a:extLst>
                          <a:ext uri="{FF2B5EF4-FFF2-40B4-BE49-F238E27FC236}">
                            <a16:creationId xmlns:a16="http://schemas.microsoft.com/office/drawing/2014/main" id="{EB38B676-BCDA-6531-8341-A887085595F9}"/>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37" name="Title 36">
            <a:extLst>
              <a:ext uri="{FF2B5EF4-FFF2-40B4-BE49-F238E27FC236}">
                <a16:creationId xmlns:a16="http://schemas.microsoft.com/office/drawing/2014/main" id="{4B5A5AD1-99D0-F10D-82D9-19C485AA40A2}"/>
              </a:ext>
            </a:extLst>
          </p:cNvPr>
          <p:cNvSpPr>
            <a:spLocks noGrp="1"/>
          </p:cNvSpPr>
          <p:nvPr>
            <p:ph type="title"/>
          </p:nvPr>
        </p:nvSpPr>
        <p:spPr>
          <a:xfrm>
            <a:off x="370062" y="337407"/>
            <a:ext cx="11453638" cy="387798"/>
          </a:xfrm>
        </p:spPr>
        <p:txBody>
          <a:bodyPr/>
          <a:lstStyle/>
          <a:p>
            <a:r>
              <a:rPr lang="en-US"/>
              <a:t>Applying Agentic AI across the risk &amp; compliance value chain – a focus on Testing &amp; Monitoring</a:t>
            </a:r>
          </a:p>
        </p:txBody>
      </p:sp>
      <p:grpSp>
        <p:nvGrpSpPr>
          <p:cNvPr id="47" name="Group 46">
            <a:extLst>
              <a:ext uri="{FF2B5EF4-FFF2-40B4-BE49-F238E27FC236}">
                <a16:creationId xmlns:a16="http://schemas.microsoft.com/office/drawing/2014/main" id="{D8A3094E-5105-00F7-2AE9-12CF0C48EB0A}"/>
              </a:ext>
            </a:extLst>
          </p:cNvPr>
          <p:cNvGrpSpPr/>
          <p:nvPr/>
        </p:nvGrpSpPr>
        <p:grpSpPr>
          <a:xfrm>
            <a:off x="370061" y="1426464"/>
            <a:ext cx="9070271" cy="910336"/>
            <a:chOff x="370062" y="1426464"/>
            <a:chExt cx="5810013" cy="560424"/>
          </a:xfrm>
          <a:solidFill>
            <a:srgbClr val="FFE8D4"/>
          </a:solidFill>
        </p:grpSpPr>
        <p:sp>
          <p:nvSpPr>
            <p:cNvPr id="39" name="TextBox 38">
              <a:extLst>
                <a:ext uri="{FF2B5EF4-FFF2-40B4-BE49-F238E27FC236}">
                  <a16:creationId xmlns:a16="http://schemas.microsoft.com/office/drawing/2014/main" id="{15B02770-9145-16F8-DBFE-2001F6E4BE34}"/>
                </a:ext>
              </a:extLst>
            </p:cNvPr>
            <p:cNvSpPr txBox="1"/>
            <p:nvPr/>
          </p:nvSpPr>
          <p:spPr>
            <a:xfrm>
              <a:off x="370062" y="1426464"/>
              <a:ext cx="1350925" cy="560424"/>
            </a:xfrm>
            <a:prstGeom prst="homePlate">
              <a:avLst/>
            </a:prstGeom>
            <a:grpFill/>
            <a:ln w="19050">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1440" tIns="45720" rIns="0" bIns="45720" numCol="1" spcCol="1270" anchor="ctr" anchorCtr="0">
              <a:noAutofit/>
            </a:bodyPr>
            <a:lstStyle/>
            <a:p>
              <a:pPr marL="0" marR="0" lvl="0" indent="0" defTabSz="533400" rtl="0" eaLnBrk="1" fontAlgn="auto" latinLnBrk="0" hangingPunct="1">
                <a:spcBef>
                  <a:spcPct val="0"/>
                </a:spcBef>
                <a:buClrTx/>
                <a:buSzTx/>
                <a:buFontTx/>
                <a:buNone/>
                <a:tabLst/>
                <a:defRPr/>
              </a:pPr>
              <a:r>
                <a:rPr kumimoji="0" lang="en-US" sz="1200" b="1" i="0" u="none" strike="noStrike" kern="1200" cap="none" spc="0" normalizeH="0" baseline="0" noProof="0">
                  <a:ln>
                    <a:noFill/>
                  </a:ln>
                  <a:solidFill>
                    <a:sysClr val="windowText" lastClr="000000"/>
                  </a:solidFill>
                  <a:effectLst/>
                  <a:uLnTx/>
                  <a:uFillTx/>
                  <a:ea typeface="+mn-ea"/>
                  <a:cs typeface="+mn-cs"/>
                </a:rPr>
                <a:t>Reg Inventory &amp; Change Management </a:t>
              </a:r>
            </a:p>
          </p:txBody>
        </p:sp>
        <p:sp>
          <p:nvSpPr>
            <p:cNvPr id="41" name="TextBox 40">
              <a:extLst>
                <a:ext uri="{FF2B5EF4-FFF2-40B4-BE49-F238E27FC236}">
                  <a16:creationId xmlns:a16="http://schemas.microsoft.com/office/drawing/2014/main" id="{1802E74B-B508-1D51-8F4C-A41541C44050}"/>
                </a:ext>
              </a:extLst>
            </p:cNvPr>
            <p:cNvSpPr txBox="1"/>
            <p:nvPr/>
          </p:nvSpPr>
          <p:spPr>
            <a:xfrm>
              <a:off x="1484834" y="1426464"/>
              <a:ext cx="1350925" cy="560424"/>
            </a:xfrm>
            <a:prstGeom prst="chevron">
              <a:avLst/>
            </a:prstGeom>
            <a:grpFill/>
            <a:ln w="19050">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1440" tIns="45720" rIns="0" bIns="45720" numCol="1" spcCol="1270" anchor="ctr" anchorCtr="0">
              <a:noAutofit/>
            </a:bodyPr>
            <a:lstStyle/>
            <a:p>
              <a:pPr marL="0" marR="0" lvl="0" indent="0" defTabSz="533400" rtl="0" eaLnBrk="1" fontAlgn="auto" latinLnBrk="0" hangingPunct="1">
                <a:spcBef>
                  <a:spcPct val="0"/>
                </a:spcBef>
                <a:buClrTx/>
                <a:buSzTx/>
                <a:buFontTx/>
                <a:buNone/>
                <a:tabLst/>
                <a:defRPr/>
              </a:pPr>
              <a:r>
                <a:rPr kumimoji="0" lang="en-US" sz="1200" b="1" i="0" u="none" strike="noStrike" kern="1200" cap="none" spc="0" normalizeH="0" baseline="0" noProof="0">
                  <a:ln>
                    <a:noFill/>
                  </a:ln>
                  <a:solidFill>
                    <a:sysClr val="windowText" lastClr="000000"/>
                  </a:solidFill>
                  <a:effectLst/>
                  <a:uLnTx/>
                  <a:uFillTx/>
                  <a:ea typeface="+mn-ea"/>
                  <a:cs typeface="+mn-cs"/>
                </a:rPr>
                <a:t>Risk Assessments </a:t>
              </a:r>
            </a:p>
          </p:txBody>
        </p:sp>
        <p:sp>
          <p:nvSpPr>
            <p:cNvPr id="42" name="TextBox 41">
              <a:extLst>
                <a:ext uri="{FF2B5EF4-FFF2-40B4-BE49-F238E27FC236}">
                  <a16:creationId xmlns:a16="http://schemas.microsoft.com/office/drawing/2014/main" id="{53F8ED05-282D-E796-7DE9-16EC808154CE}"/>
                </a:ext>
              </a:extLst>
            </p:cNvPr>
            <p:cNvSpPr txBox="1"/>
            <p:nvPr/>
          </p:nvSpPr>
          <p:spPr>
            <a:xfrm>
              <a:off x="2599606" y="1426464"/>
              <a:ext cx="1350925" cy="560424"/>
            </a:xfrm>
            <a:prstGeom prst="chevron">
              <a:avLst/>
            </a:prstGeom>
            <a:grpFill/>
            <a:ln w="19050">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1440" tIns="45720" rIns="0" bIns="45720" numCol="1" spcCol="1270" anchor="ctr" anchorCtr="0">
              <a:noAutofit/>
            </a:bodyPr>
            <a:lstStyle/>
            <a:p>
              <a:pPr marL="0" marR="0" lvl="0" indent="0" defTabSz="533400" rtl="0" eaLnBrk="1" fontAlgn="auto" latinLnBrk="0" hangingPunct="1">
                <a:spcBef>
                  <a:spcPct val="0"/>
                </a:spcBef>
                <a:buClrTx/>
                <a:buSzTx/>
                <a:buFontTx/>
                <a:buNone/>
                <a:tabLst/>
                <a:defRPr/>
              </a:pPr>
              <a:r>
                <a:rPr kumimoji="0" lang="en-US" sz="1200" b="1" i="0" u="none" strike="noStrike" kern="1200" cap="none" spc="0" normalizeH="0" baseline="0" noProof="0">
                  <a:ln>
                    <a:noFill/>
                  </a:ln>
                  <a:solidFill>
                    <a:sysClr val="windowText" lastClr="000000"/>
                  </a:solidFill>
                  <a:effectLst/>
                  <a:uLnTx/>
                  <a:uFillTx/>
                  <a:ea typeface="+mn-ea"/>
                  <a:cs typeface="+mn-cs"/>
                </a:rPr>
                <a:t>Control Identification </a:t>
              </a:r>
            </a:p>
          </p:txBody>
        </p:sp>
        <p:sp>
          <p:nvSpPr>
            <p:cNvPr id="43" name="TextBox 42">
              <a:extLst>
                <a:ext uri="{FF2B5EF4-FFF2-40B4-BE49-F238E27FC236}">
                  <a16:creationId xmlns:a16="http://schemas.microsoft.com/office/drawing/2014/main" id="{E4B9A139-3CD2-8A27-BF7B-C1DF508B1D04}"/>
                </a:ext>
              </a:extLst>
            </p:cNvPr>
            <p:cNvSpPr txBox="1"/>
            <p:nvPr/>
          </p:nvSpPr>
          <p:spPr>
            <a:xfrm>
              <a:off x="3714377" y="1426464"/>
              <a:ext cx="1350925" cy="560424"/>
            </a:xfrm>
            <a:prstGeom prst="chevron">
              <a:avLst/>
            </a:prstGeom>
            <a:solidFill>
              <a:srgbClr val="FFAA72"/>
            </a:solidFill>
            <a:ln w="19050">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1440" tIns="45720" rIns="0" bIns="45720" numCol="1" spcCol="1270" anchor="ctr" anchorCtr="0">
              <a:noAutofit/>
            </a:bodyPr>
            <a:lstStyle/>
            <a:p>
              <a:pPr marL="0" marR="0" lvl="0" indent="0" defTabSz="533400" rtl="0" eaLnBrk="1" fontAlgn="auto" latinLnBrk="0" hangingPunct="1">
                <a:spcBef>
                  <a:spcPct val="0"/>
                </a:spcBef>
                <a:buClrTx/>
                <a:buSzTx/>
                <a:buFontTx/>
                <a:buNone/>
                <a:tabLst/>
                <a:defRPr/>
              </a:pPr>
              <a:r>
                <a:rPr kumimoji="0" lang="en-US" sz="1200" b="1" i="0" u="none" strike="noStrike" kern="1200" cap="none" spc="0" normalizeH="0" baseline="0" noProof="0">
                  <a:ln>
                    <a:noFill/>
                  </a:ln>
                  <a:solidFill>
                    <a:schemeClr val="tx2"/>
                  </a:solidFill>
                  <a:effectLst/>
                  <a:uLnTx/>
                  <a:uFillTx/>
                  <a:ea typeface="+mn-ea"/>
                  <a:cs typeface="+mn-cs"/>
                </a:rPr>
                <a:t>Testing &amp; Monitoring </a:t>
              </a:r>
            </a:p>
          </p:txBody>
        </p:sp>
        <p:sp>
          <p:nvSpPr>
            <p:cNvPr id="44" name="TextBox 43">
              <a:extLst>
                <a:ext uri="{FF2B5EF4-FFF2-40B4-BE49-F238E27FC236}">
                  <a16:creationId xmlns:a16="http://schemas.microsoft.com/office/drawing/2014/main" id="{8D71F30C-C8E8-4318-F480-05A9A3705E57}"/>
                </a:ext>
              </a:extLst>
            </p:cNvPr>
            <p:cNvSpPr txBox="1"/>
            <p:nvPr/>
          </p:nvSpPr>
          <p:spPr>
            <a:xfrm>
              <a:off x="4829150" y="1426464"/>
              <a:ext cx="1350925" cy="560424"/>
            </a:xfrm>
            <a:prstGeom prst="chevron">
              <a:avLst/>
            </a:prstGeom>
            <a:grpFill/>
            <a:ln w="19050">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1440" tIns="45720" rIns="0" bIns="45720" numCol="1" spcCol="1270" anchor="ctr" anchorCtr="0">
              <a:noAutofit/>
            </a:bodyPr>
            <a:lstStyle/>
            <a:p>
              <a:pPr marL="0" marR="0" lvl="0" indent="0" defTabSz="533400" rtl="0" eaLnBrk="1" fontAlgn="auto" latinLnBrk="0" hangingPunct="1">
                <a:spcBef>
                  <a:spcPct val="0"/>
                </a:spcBef>
                <a:buClrTx/>
                <a:buSzTx/>
                <a:buFontTx/>
                <a:buNone/>
                <a:tabLst/>
                <a:defRPr/>
              </a:pPr>
              <a:r>
                <a:rPr kumimoji="0" lang="en-US" sz="1200" b="1" i="0" u="none" strike="noStrike" kern="1200" cap="none" spc="0" normalizeH="0" baseline="0" noProof="0">
                  <a:ln>
                    <a:noFill/>
                  </a:ln>
                  <a:solidFill>
                    <a:sysClr val="windowText" lastClr="000000"/>
                  </a:solidFill>
                  <a:effectLst/>
                  <a:uLnTx/>
                  <a:uFillTx/>
                  <a:ea typeface="+mn-ea"/>
                  <a:cs typeface="+mn-cs"/>
                </a:rPr>
                <a:t>Issue Management </a:t>
              </a:r>
            </a:p>
          </p:txBody>
        </p:sp>
      </p:grpSp>
      <p:sp>
        <p:nvSpPr>
          <p:cNvPr id="45" name="TextBox 44">
            <a:extLst>
              <a:ext uri="{FF2B5EF4-FFF2-40B4-BE49-F238E27FC236}">
                <a16:creationId xmlns:a16="http://schemas.microsoft.com/office/drawing/2014/main" id="{8BDE8BA3-B3D8-4149-99D9-7FBE26F96FEF}"/>
              </a:ext>
            </a:extLst>
          </p:cNvPr>
          <p:cNvSpPr txBox="1"/>
          <p:nvPr/>
        </p:nvSpPr>
        <p:spPr>
          <a:xfrm>
            <a:off x="9537080" y="1426464"/>
            <a:ext cx="2293325" cy="910336"/>
          </a:xfrm>
          <a:prstGeom prst="rect">
            <a:avLst/>
          </a:prstGeom>
          <a:solidFill>
            <a:srgbClr val="EEEFF1"/>
          </a:solidFill>
          <a:ln w="19050">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05840" tIns="45720" rIns="45720" bIns="45720" numCol="1" spcCol="1270" anchor="ctr" anchorCtr="0">
            <a:noAutofit/>
          </a:bodyPr>
          <a:lstStyle/>
          <a:p>
            <a:pPr marL="0" marR="0" lvl="0" indent="0" defTabSz="533400" rtl="0" eaLnBrk="1" fontAlgn="auto" latinLnBrk="0" hangingPunct="1">
              <a:spcBef>
                <a:spcPct val="0"/>
              </a:spcBef>
              <a:buClrTx/>
              <a:buSzTx/>
              <a:buFontTx/>
              <a:buNone/>
              <a:tabLst/>
              <a:defRPr/>
            </a:pPr>
            <a:r>
              <a:rPr kumimoji="0" lang="en-US" sz="1400" b="1" i="0" u="none" strike="noStrike" kern="1200" cap="none" spc="0" normalizeH="0" baseline="0" noProof="0">
                <a:ln>
                  <a:noFill/>
                </a:ln>
                <a:solidFill>
                  <a:sysClr val="windowText" lastClr="000000"/>
                </a:solidFill>
                <a:effectLst/>
                <a:uLnTx/>
                <a:uFillTx/>
                <a:ea typeface="+mn-ea"/>
                <a:cs typeface="+mn-cs"/>
              </a:rPr>
              <a:t>Reporting </a:t>
            </a:r>
          </a:p>
        </p:txBody>
      </p:sp>
      <p:pic>
        <p:nvPicPr>
          <p:cNvPr id="49" name="Graphic 48">
            <a:extLst>
              <a:ext uri="{FF2B5EF4-FFF2-40B4-BE49-F238E27FC236}">
                <a16:creationId xmlns:a16="http://schemas.microsoft.com/office/drawing/2014/main" id="{025447B8-A588-BA99-7654-12AAE5EAAF9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79338" y="1515872"/>
            <a:ext cx="731520" cy="731520"/>
          </a:xfrm>
          <a:prstGeom prst="rect">
            <a:avLst/>
          </a:prstGeom>
        </p:spPr>
      </p:pic>
      <p:sp>
        <p:nvSpPr>
          <p:cNvPr id="50" name="Rectangle 49">
            <a:extLst>
              <a:ext uri="{FF2B5EF4-FFF2-40B4-BE49-F238E27FC236}">
                <a16:creationId xmlns:a16="http://schemas.microsoft.com/office/drawing/2014/main" id="{0C499009-24BF-219C-3B8D-705E5BE04C1D}"/>
              </a:ext>
            </a:extLst>
          </p:cNvPr>
          <p:cNvSpPr/>
          <p:nvPr/>
        </p:nvSpPr>
        <p:spPr>
          <a:xfrm>
            <a:off x="3257551" y="2451850"/>
            <a:ext cx="8566150" cy="16738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spcAft>
                <a:spcPts val="1000"/>
              </a:spcAft>
            </a:pPr>
            <a:r>
              <a:rPr lang="en-US" sz="1400">
                <a:solidFill>
                  <a:schemeClr val="tx2"/>
                </a:solidFill>
              </a:rPr>
              <a:t>PwC’s Expert-Led, Tech-Powered approach turns our testing expertise into Agentic AI, shifting the effort from </a:t>
            </a:r>
            <a:r>
              <a:rPr lang="en-US" sz="1400" b="1">
                <a:solidFill>
                  <a:schemeClr val="tx2"/>
                </a:solidFill>
              </a:rPr>
              <a:t>creating</a:t>
            </a:r>
            <a:r>
              <a:rPr lang="en-US" sz="1400">
                <a:solidFill>
                  <a:schemeClr val="tx2"/>
                </a:solidFill>
              </a:rPr>
              <a:t> workpapers to </a:t>
            </a:r>
            <a:r>
              <a:rPr lang="en-US" sz="1400" b="1">
                <a:solidFill>
                  <a:schemeClr val="tx2"/>
                </a:solidFill>
              </a:rPr>
              <a:t>validating</a:t>
            </a:r>
            <a:r>
              <a:rPr lang="en-US" sz="1400">
                <a:solidFill>
                  <a:schemeClr val="tx2"/>
                </a:solidFill>
              </a:rPr>
              <a:t> them</a:t>
            </a:r>
          </a:p>
          <a:p>
            <a:pPr>
              <a:spcAft>
                <a:spcPts val="600"/>
              </a:spcAft>
            </a:pPr>
            <a:r>
              <a:rPr lang="en-US" sz="1200">
                <a:solidFill>
                  <a:schemeClr val="tx2"/>
                </a:solidFill>
              </a:rPr>
              <a:t>Imagine uploading your testing data and, within minutes, having agents answer the questions that would take a sr. tester hours to ask and answer -- whether each control is truly aligned to the stated risk; whether the control is owned and executed by the right parties, at the right point in the process, and at the right frequency; and whether the control documentation and repeatability are sufficient to rely on. </a:t>
            </a:r>
          </a:p>
          <a:p>
            <a:pPr>
              <a:spcAft>
                <a:spcPts val="600"/>
              </a:spcAft>
            </a:pPr>
            <a:r>
              <a:rPr lang="en-US" sz="1200" b="1">
                <a:solidFill>
                  <a:schemeClr val="tx2"/>
                </a:solidFill>
              </a:rPr>
              <a:t>The result is a clear, consistent view of expected vs. actual control performance, </a:t>
            </a:r>
            <a:r>
              <a:rPr lang="en-US" sz="1200">
                <a:solidFill>
                  <a:schemeClr val="tx2"/>
                </a:solidFill>
              </a:rPr>
              <a:t>with the gaps surfaced for expert evaluation and action.</a:t>
            </a:r>
          </a:p>
        </p:txBody>
      </p:sp>
      <p:sp>
        <p:nvSpPr>
          <p:cNvPr id="54" name="Rectangle 53">
            <a:extLst>
              <a:ext uri="{FF2B5EF4-FFF2-40B4-BE49-F238E27FC236}">
                <a16:creationId xmlns:a16="http://schemas.microsoft.com/office/drawing/2014/main" id="{ECA59842-A473-1537-286A-B0E8C7AF5C32}"/>
              </a:ext>
            </a:extLst>
          </p:cNvPr>
          <p:cNvSpPr/>
          <p:nvPr/>
        </p:nvSpPr>
        <p:spPr>
          <a:xfrm>
            <a:off x="370063" y="2451850"/>
            <a:ext cx="2782712" cy="3872750"/>
          </a:xfrm>
          <a:prstGeom prst="rect">
            <a:avLst/>
          </a:prstGeom>
          <a:solidFill>
            <a:srgbClr val="F5F7F8"/>
          </a:solidFill>
          <a:ln>
            <a:no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t"/>
          <a:lstStyle/>
          <a:p>
            <a:pPr>
              <a:spcAft>
                <a:spcPts val="600"/>
              </a:spcAft>
            </a:pPr>
            <a:r>
              <a:rPr lang="en-US" sz="1400" b="1">
                <a:solidFill>
                  <a:schemeClr val="tx2"/>
                </a:solidFill>
              </a:rPr>
              <a:t>Why Testing &amp; Monitoring Is the Sweet Spot for Agentic AI</a:t>
            </a:r>
          </a:p>
          <a:p>
            <a:pPr marL="171450" indent="-171450">
              <a:spcAft>
                <a:spcPts val="600"/>
              </a:spcAft>
              <a:buFont typeface="Arial" panose="020B0604020202020204" pitchFamily="34" charset="0"/>
              <a:buChar char="•"/>
            </a:pPr>
            <a:r>
              <a:rPr lang="en-US" sz="1200">
                <a:solidFill>
                  <a:schemeClr val="tx2"/>
                </a:solidFill>
              </a:rPr>
              <a:t>Heavy reliance on manual document review and sampling</a:t>
            </a:r>
          </a:p>
          <a:p>
            <a:pPr marL="171450" indent="-171450">
              <a:spcAft>
                <a:spcPts val="600"/>
              </a:spcAft>
              <a:buFont typeface="Arial" panose="020B0604020202020204" pitchFamily="34" charset="0"/>
              <a:buChar char="•"/>
            </a:pPr>
            <a:r>
              <a:rPr lang="en-US" sz="1200">
                <a:solidFill>
                  <a:schemeClr val="tx2"/>
                </a:solidFill>
              </a:rPr>
              <a:t>Judgements are subjective and vary by tester and location</a:t>
            </a:r>
          </a:p>
          <a:p>
            <a:pPr marL="171450" indent="-171450">
              <a:spcAft>
                <a:spcPts val="600"/>
              </a:spcAft>
              <a:buFont typeface="Arial" panose="020B0604020202020204" pitchFamily="34" charset="0"/>
              <a:buChar char="•"/>
            </a:pPr>
            <a:r>
              <a:rPr lang="en-US" sz="1200">
                <a:solidFill>
                  <a:schemeClr val="tx2"/>
                </a:solidFill>
              </a:rPr>
              <a:t>Evaluation is inconsistent across business units and over time</a:t>
            </a:r>
          </a:p>
          <a:p>
            <a:pPr marL="171450" indent="-171450">
              <a:spcAft>
                <a:spcPts val="600"/>
              </a:spcAft>
              <a:buFont typeface="Arial" panose="020B0604020202020204" pitchFamily="34" charset="0"/>
              <a:buChar char="•"/>
            </a:pPr>
            <a:r>
              <a:rPr lang="en-US" sz="1200">
                <a:solidFill>
                  <a:schemeClr val="tx2"/>
                </a:solidFill>
              </a:rPr>
              <a:t>Limited tester capacity constrains coverage and depth</a:t>
            </a:r>
          </a:p>
          <a:p>
            <a:pPr marL="171450" indent="-171450">
              <a:spcAft>
                <a:spcPts val="600"/>
              </a:spcAft>
              <a:buFont typeface="Arial" panose="020B0604020202020204" pitchFamily="34" charset="0"/>
              <a:buChar char="•"/>
            </a:pPr>
            <a:r>
              <a:rPr lang="en-US" sz="1200">
                <a:solidFill>
                  <a:schemeClr val="tx2"/>
                </a:solidFill>
              </a:rPr>
              <a:t>Valuable time spent </a:t>
            </a:r>
            <a:r>
              <a:rPr lang="en-US" sz="1200" b="1">
                <a:solidFill>
                  <a:schemeClr val="tx2"/>
                </a:solidFill>
              </a:rPr>
              <a:t>creating</a:t>
            </a:r>
            <a:r>
              <a:rPr lang="en-US" sz="1200">
                <a:solidFill>
                  <a:schemeClr val="tx2"/>
                </a:solidFill>
              </a:rPr>
              <a:t> workpapers instead of </a:t>
            </a:r>
            <a:r>
              <a:rPr lang="en-US" sz="1200" b="1">
                <a:solidFill>
                  <a:schemeClr val="tx2"/>
                </a:solidFill>
              </a:rPr>
              <a:t>challenging</a:t>
            </a:r>
            <a:r>
              <a:rPr lang="en-US" sz="1200">
                <a:solidFill>
                  <a:schemeClr val="tx2"/>
                </a:solidFill>
              </a:rPr>
              <a:t> the results</a:t>
            </a:r>
          </a:p>
        </p:txBody>
      </p:sp>
      <p:pic>
        <p:nvPicPr>
          <p:cNvPr id="56" name="Graphic 55">
            <a:extLst>
              <a:ext uri="{FF2B5EF4-FFF2-40B4-BE49-F238E27FC236}">
                <a16:creationId xmlns:a16="http://schemas.microsoft.com/office/drawing/2014/main" id="{1C1A8BD4-8962-3E99-F28B-914908FFC1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04729" y="4899600"/>
            <a:ext cx="731520" cy="731520"/>
          </a:xfrm>
          <a:prstGeom prst="rect">
            <a:avLst/>
          </a:prstGeom>
        </p:spPr>
      </p:pic>
      <p:pic>
        <p:nvPicPr>
          <p:cNvPr id="57" name="Graphic 56">
            <a:extLst>
              <a:ext uri="{FF2B5EF4-FFF2-40B4-BE49-F238E27FC236}">
                <a16:creationId xmlns:a16="http://schemas.microsoft.com/office/drawing/2014/main" id="{D4C10482-8D6C-A1DD-4086-A87BB44DA88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57551" y="4899600"/>
            <a:ext cx="731520" cy="731520"/>
          </a:xfrm>
          <a:prstGeom prst="rect">
            <a:avLst/>
          </a:prstGeom>
        </p:spPr>
      </p:pic>
      <p:sp>
        <p:nvSpPr>
          <p:cNvPr id="60" name="TextBox 59">
            <a:extLst>
              <a:ext uri="{FF2B5EF4-FFF2-40B4-BE49-F238E27FC236}">
                <a16:creationId xmlns:a16="http://schemas.microsoft.com/office/drawing/2014/main" id="{058DED31-4E2E-771B-28C6-85DDD020BB93}"/>
              </a:ext>
              <a:ext uri="{C183D7F6-B498-43B3-948B-1728B52AA6E4}">
                <adec:decorative xmlns:adec="http://schemas.microsoft.com/office/drawing/2017/decorative" val="1"/>
              </a:ext>
            </a:extLst>
          </p:cNvPr>
          <p:cNvSpPr txBox="1"/>
          <p:nvPr/>
        </p:nvSpPr>
        <p:spPr>
          <a:xfrm>
            <a:off x="5304729" y="5716531"/>
            <a:ext cx="1325386" cy="274320"/>
          </a:xfrm>
          <a:prstGeom prst="rect">
            <a:avLst/>
          </a:prstGeom>
          <a:noFill/>
        </p:spPr>
        <p:txBody>
          <a:bodyPr wrap="square" lIns="0" tIns="0" rIns="0" bIns="0" rtlCol="0">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ea typeface="+mn-ea"/>
                <a:cs typeface="+mn-cs"/>
              </a:rPr>
              <a:t>PWC Knowledge</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ea typeface="+mn-ea"/>
                <a:cs typeface="+mn-cs"/>
              </a:rPr>
              <a:t>Agents</a:t>
            </a:r>
          </a:p>
        </p:txBody>
      </p:sp>
      <p:grpSp>
        <p:nvGrpSpPr>
          <p:cNvPr id="86" name="Group 85">
            <a:extLst>
              <a:ext uri="{FF2B5EF4-FFF2-40B4-BE49-F238E27FC236}">
                <a16:creationId xmlns:a16="http://schemas.microsoft.com/office/drawing/2014/main" id="{39B21A38-8AE7-9203-4780-5FCA041E2450}"/>
              </a:ext>
            </a:extLst>
          </p:cNvPr>
          <p:cNvGrpSpPr/>
          <p:nvPr/>
        </p:nvGrpSpPr>
        <p:grpSpPr>
          <a:xfrm>
            <a:off x="8622843" y="4202821"/>
            <a:ext cx="3202270" cy="2125079"/>
            <a:chOff x="8622843" y="4202821"/>
            <a:chExt cx="3202270" cy="2125079"/>
          </a:xfrm>
        </p:grpSpPr>
        <p:sp>
          <p:nvSpPr>
            <p:cNvPr id="62" name="Rectangle 61">
              <a:extLst>
                <a:ext uri="{FF2B5EF4-FFF2-40B4-BE49-F238E27FC236}">
                  <a16:creationId xmlns:a16="http://schemas.microsoft.com/office/drawing/2014/main" id="{B008651E-C5B8-73A1-A99C-5DBFE38DB738}"/>
                </a:ext>
              </a:extLst>
            </p:cNvPr>
            <p:cNvSpPr/>
            <p:nvPr/>
          </p:nvSpPr>
          <p:spPr>
            <a:xfrm>
              <a:off x="8622843" y="4202821"/>
              <a:ext cx="3202269" cy="611370"/>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000" b="1">
                  <a:solidFill>
                    <a:schemeClr val="tx2"/>
                  </a:solidFill>
                </a:rPr>
                <a:t>Context Initialization</a:t>
              </a:r>
            </a:p>
            <a:p>
              <a:pPr lvl="0">
                <a:defRPr/>
              </a:pPr>
              <a:r>
                <a:rPr lang="en-US" sz="1000">
                  <a:solidFill>
                    <a:schemeClr val="tx2"/>
                  </a:solidFill>
                </a:rPr>
                <a:t>Multi-modal artifact ingestion</a:t>
              </a:r>
            </a:p>
            <a:p>
              <a:pPr lvl="0">
                <a:defRPr/>
              </a:pPr>
              <a:r>
                <a:rPr lang="en-US" sz="1000">
                  <a:solidFill>
                    <a:schemeClr val="tx2"/>
                  </a:solidFill>
                </a:rPr>
                <a:t>Risk to control alignment</a:t>
              </a:r>
            </a:p>
          </p:txBody>
        </p:sp>
        <p:sp>
          <p:nvSpPr>
            <p:cNvPr id="64" name="Rectangle 63">
              <a:extLst>
                <a:ext uri="{FF2B5EF4-FFF2-40B4-BE49-F238E27FC236}">
                  <a16:creationId xmlns:a16="http://schemas.microsoft.com/office/drawing/2014/main" id="{C8ACCB52-5178-9E86-5341-BD08A2005670}"/>
                </a:ext>
              </a:extLst>
            </p:cNvPr>
            <p:cNvSpPr/>
            <p:nvPr/>
          </p:nvSpPr>
          <p:spPr>
            <a:xfrm>
              <a:off x="8622843" y="4959676"/>
              <a:ext cx="3202269" cy="611370"/>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000" b="1">
                  <a:solidFill>
                    <a:schemeClr val="tx2"/>
                  </a:solidFill>
                </a:rPr>
                <a:t>Structure Evidence</a:t>
              </a:r>
            </a:p>
            <a:p>
              <a:pPr lvl="0">
                <a:defRPr/>
              </a:pPr>
              <a:r>
                <a:rPr lang="en-US" sz="1000">
                  <a:solidFill>
                    <a:schemeClr val="tx2"/>
                  </a:solidFill>
                </a:rPr>
                <a:t>Control breakdown </a:t>
              </a:r>
            </a:p>
            <a:p>
              <a:pPr lvl="0">
                <a:defRPr/>
              </a:pPr>
              <a:r>
                <a:rPr lang="en-US" sz="1000">
                  <a:solidFill>
                    <a:schemeClr val="tx2"/>
                  </a:solidFill>
                </a:rPr>
                <a:t>Control story is created</a:t>
              </a:r>
            </a:p>
          </p:txBody>
        </p:sp>
        <p:sp>
          <p:nvSpPr>
            <p:cNvPr id="66" name="Rectangle 65">
              <a:extLst>
                <a:ext uri="{FF2B5EF4-FFF2-40B4-BE49-F238E27FC236}">
                  <a16:creationId xmlns:a16="http://schemas.microsoft.com/office/drawing/2014/main" id="{7E5082C2-A22F-B0A7-1A88-B747C07232F9}"/>
                </a:ext>
              </a:extLst>
            </p:cNvPr>
            <p:cNvSpPr/>
            <p:nvPr/>
          </p:nvSpPr>
          <p:spPr>
            <a:xfrm>
              <a:off x="8622844" y="5716531"/>
              <a:ext cx="3202269" cy="61136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000" b="1">
                  <a:solidFill>
                    <a:schemeClr val="tx2"/>
                  </a:solidFill>
                </a:rPr>
                <a:t>Assessment</a:t>
              </a:r>
            </a:p>
            <a:p>
              <a:pPr>
                <a:defRPr/>
              </a:pPr>
              <a:r>
                <a:rPr lang="en-US" sz="1000">
                  <a:solidFill>
                    <a:schemeClr val="tx2"/>
                  </a:solidFill>
                </a:rPr>
                <a:t>Multi-agent reasoning to compare expected and actual results, identify gaps</a:t>
              </a:r>
            </a:p>
          </p:txBody>
        </p:sp>
      </p:grpSp>
      <p:grpSp>
        <p:nvGrpSpPr>
          <p:cNvPr id="96" name="Group 95">
            <a:extLst>
              <a:ext uri="{FF2B5EF4-FFF2-40B4-BE49-F238E27FC236}">
                <a16:creationId xmlns:a16="http://schemas.microsoft.com/office/drawing/2014/main" id="{87488691-DD3F-2BC6-848C-E15D84A83E12}"/>
              </a:ext>
            </a:extLst>
          </p:cNvPr>
          <p:cNvGrpSpPr/>
          <p:nvPr/>
        </p:nvGrpSpPr>
        <p:grpSpPr>
          <a:xfrm>
            <a:off x="4378960" y="5123196"/>
            <a:ext cx="893505" cy="284328"/>
            <a:chOff x="4615202" y="5224874"/>
            <a:chExt cx="657263" cy="284328"/>
          </a:xfrm>
        </p:grpSpPr>
        <p:grpSp>
          <p:nvGrpSpPr>
            <p:cNvPr id="94" name="Group 93">
              <a:extLst>
                <a:ext uri="{FF2B5EF4-FFF2-40B4-BE49-F238E27FC236}">
                  <a16:creationId xmlns:a16="http://schemas.microsoft.com/office/drawing/2014/main" id="{9EA07CC3-5568-C43F-99E6-22E292E1F80F}"/>
                </a:ext>
              </a:extLst>
            </p:cNvPr>
            <p:cNvGrpSpPr/>
            <p:nvPr/>
          </p:nvGrpSpPr>
          <p:grpSpPr>
            <a:xfrm>
              <a:off x="4615202" y="5224874"/>
              <a:ext cx="657263" cy="0"/>
              <a:chOff x="4615202" y="5224874"/>
              <a:chExt cx="657263" cy="0"/>
            </a:xfrm>
          </p:grpSpPr>
          <p:cxnSp>
            <p:nvCxnSpPr>
              <p:cNvPr id="71" name="Straight Connector 70">
                <a:extLst>
                  <a:ext uri="{FF2B5EF4-FFF2-40B4-BE49-F238E27FC236}">
                    <a16:creationId xmlns:a16="http://schemas.microsoft.com/office/drawing/2014/main" id="{5D649AA4-75AD-48D8-EC43-7652209CE623}"/>
                  </a:ext>
                </a:extLst>
              </p:cNvPr>
              <p:cNvCxnSpPr>
                <a:cxnSpLocks/>
              </p:cNvCxnSpPr>
              <p:nvPr/>
            </p:nvCxnSpPr>
            <p:spPr>
              <a:xfrm>
                <a:off x="4620698" y="5224874"/>
                <a:ext cx="65176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CC9AFEBB-7B05-5C28-E24C-9D13BC7B747F}"/>
                  </a:ext>
                </a:extLst>
              </p:cNvPr>
              <p:cNvCxnSpPr>
                <a:cxnSpLocks/>
              </p:cNvCxnSpPr>
              <p:nvPr/>
            </p:nvCxnSpPr>
            <p:spPr>
              <a:xfrm>
                <a:off x="4615202" y="5224874"/>
                <a:ext cx="343501"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5" name="Group 94">
              <a:extLst>
                <a:ext uri="{FF2B5EF4-FFF2-40B4-BE49-F238E27FC236}">
                  <a16:creationId xmlns:a16="http://schemas.microsoft.com/office/drawing/2014/main" id="{DCCF1D8D-A00B-EF70-7355-290812C3735F}"/>
                </a:ext>
              </a:extLst>
            </p:cNvPr>
            <p:cNvGrpSpPr/>
            <p:nvPr/>
          </p:nvGrpSpPr>
          <p:grpSpPr>
            <a:xfrm>
              <a:off x="4615202" y="5509202"/>
              <a:ext cx="651767" cy="0"/>
              <a:chOff x="4615202" y="5509202"/>
              <a:chExt cx="651767" cy="0"/>
            </a:xfrm>
          </p:grpSpPr>
          <p:cxnSp>
            <p:nvCxnSpPr>
              <p:cNvPr id="72" name="Straight Connector 71">
                <a:extLst>
                  <a:ext uri="{FF2B5EF4-FFF2-40B4-BE49-F238E27FC236}">
                    <a16:creationId xmlns:a16="http://schemas.microsoft.com/office/drawing/2014/main" id="{1CC07B2D-0F18-9BB7-BE60-171652374C06}"/>
                  </a:ext>
                </a:extLst>
              </p:cNvPr>
              <p:cNvCxnSpPr>
                <a:cxnSpLocks/>
              </p:cNvCxnSpPr>
              <p:nvPr/>
            </p:nvCxnSpPr>
            <p:spPr>
              <a:xfrm>
                <a:off x="4615202" y="5509202"/>
                <a:ext cx="65176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0FEC88BA-F328-CEA0-81E2-715C9D5050BF}"/>
                  </a:ext>
                </a:extLst>
              </p:cNvPr>
              <p:cNvCxnSpPr>
                <a:cxnSpLocks/>
              </p:cNvCxnSpPr>
              <p:nvPr/>
            </p:nvCxnSpPr>
            <p:spPr>
              <a:xfrm flipH="1">
                <a:off x="4872595" y="5509202"/>
                <a:ext cx="343501"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grpSp>
      <p:cxnSp>
        <p:nvCxnSpPr>
          <p:cNvPr id="78" name="Straight Arrow Connector 77">
            <a:extLst>
              <a:ext uri="{FF2B5EF4-FFF2-40B4-BE49-F238E27FC236}">
                <a16:creationId xmlns:a16="http://schemas.microsoft.com/office/drawing/2014/main" id="{7EF2EDEC-01BF-CE35-CF65-E6DD540F7EF9}"/>
              </a:ext>
            </a:extLst>
          </p:cNvPr>
          <p:cNvCxnSpPr>
            <a:cxnSpLocks/>
          </p:cNvCxnSpPr>
          <p:nvPr/>
        </p:nvCxnSpPr>
        <p:spPr>
          <a:xfrm>
            <a:off x="11523896" y="4814191"/>
            <a:ext cx="0" cy="14548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EACBC4A8-8AD8-EEE6-DAE9-903C435FDDB7}"/>
              </a:ext>
            </a:extLst>
          </p:cNvPr>
          <p:cNvCxnSpPr>
            <a:cxnSpLocks/>
          </p:cNvCxnSpPr>
          <p:nvPr/>
        </p:nvCxnSpPr>
        <p:spPr>
          <a:xfrm>
            <a:off x="11523896" y="5571046"/>
            <a:ext cx="0" cy="14548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7BB8B7EB-8D00-863C-7716-1212CC252599}"/>
              </a:ext>
              <a:ext uri="{C183D7F6-B498-43B3-948B-1728B52AA6E4}">
                <adec:decorative xmlns:adec="http://schemas.microsoft.com/office/drawing/2017/decorative" val="1"/>
              </a:ext>
            </a:extLst>
          </p:cNvPr>
          <p:cNvSpPr txBox="1"/>
          <p:nvPr/>
        </p:nvSpPr>
        <p:spPr>
          <a:xfrm>
            <a:off x="3257551" y="5716531"/>
            <a:ext cx="1325386" cy="274320"/>
          </a:xfrm>
          <a:prstGeom prst="rect">
            <a:avLst/>
          </a:prstGeom>
          <a:noFill/>
        </p:spPr>
        <p:txBody>
          <a:bodyPr wrap="square" lIns="0" tIns="0" rIns="0" bIns="0" rtlCol="0">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ea typeface="+mn-ea"/>
                <a:cs typeface="+mn-cs"/>
              </a:rPr>
              <a:t>Tester Request</a:t>
            </a:r>
          </a:p>
        </p:txBody>
      </p:sp>
      <p:grpSp>
        <p:nvGrpSpPr>
          <p:cNvPr id="98" name="Group 97">
            <a:extLst>
              <a:ext uri="{FF2B5EF4-FFF2-40B4-BE49-F238E27FC236}">
                <a16:creationId xmlns:a16="http://schemas.microsoft.com/office/drawing/2014/main" id="{CA0F2865-C29C-CA0D-BE78-5D5CAFC10D0D}"/>
              </a:ext>
            </a:extLst>
          </p:cNvPr>
          <p:cNvGrpSpPr/>
          <p:nvPr/>
        </p:nvGrpSpPr>
        <p:grpSpPr>
          <a:xfrm>
            <a:off x="6766055" y="5601234"/>
            <a:ext cx="1720848" cy="450064"/>
            <a:chOff x="6874996" y="5601234"/>
            <a:chExt cx="782580" cy="532162"/>
          </a:xfrm>
        </p:grpSpPr>
        <p:cxnSp>
          <p:nvCxnSpPr>
            <p:cNvPr id="75" name="Straight Connector 74">
              <a:extLst>
                <a:ext uri="{FF2B5EF4-FFF2-40B4-BE49-F238E27FC236}">
                  <a16:creationId xmlns:a16="http://schemas.microsoft.com/office/drawing/2014/main" id="{C4D63472-CED4-6338-E4EC-CAC8D2360882}"/>
                </a:ext>
              </a:extLst>
            </p:cNvPr>
            <p:cNvCxnSpPr>
              <a:cxnSpLocks/>
            </p:cNvCxnSpPr>
            <p:nvPr/>
          </p:nvCxnSpPr>
          <p:spPr>
            <a:xfrm>
              <a:off x="6874996" y="5601234"/>
              <a:ext cx="782580" cy="5321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5BAA6847-EA10-8B29-07C9-E052DD38392C}"/>
                </a:ext>
              </a:extLst>
            </p:cNvPr>
            <p:cNvCxnSpPr>
              <a:cxnSpLocks/>
            </p:cNvCxnSpPr>
            <p:nvPr/>
          </p:nvCxnSpPr>
          <p:spPr>
            <a:xfrm>
              <a:off x="7045299" y="5711699"/>
              <a:ext cx="466165" cy="326115"/>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99" name="Group 98">
            <a:extLst>
              <a:ext uri="{FF2B5EF4-FFF2-40B4-BE49-F238E27FC236}">
                <a16:creationId xmlns:a16="http://schemas.microsoft.com/office/drawing/2014/main" id="{62E2FAB6-6800-1419-0ECC-F82EFEA0602F}"/>
              </a:ext>
            </a:extLst>
          </p:cNvPr>
          <p:cNvGrpSpPr/>
          <p:nvPr/>
        </p:nvGrpSpPr>
        <p:grpSpPr>
          <a:xfrm flipH="1">
            <a:off x="6766055" y="4509612"/>
            <a:ext cx="1720848" cy="450064"/>
            <a:chOff x="6874996" y="5601234"/>
            <a:chExt cx="782580" cy="532162"/>
          </a:xfrm>
        </p:grpSpPr>
        <p:cxnSp>
          <p:nvCxnSpPr>
            <p:cNvPr id="100" name="Straight Connector 99">
              <a:extLst>
                <a:ext uri="{FF2B5EF4-FFF2-40B4-BE49-F238E27FC236}">
                  <a16:creationId xmlns:a16="http://schemas.microsoft.com/office/drawing/2014/main" id="{26642205-683D-ECDA-7FC7-636DD32D2585}"/>
                </a:ext>
              </a:extLst>
            </p:cNvPr>
            <p:cNvCxnSpPr>
              <a:cxnSpLocks/>
            </p:cNvCxnSpPr>
            <p:nvPr/>
          </p:nvCxnSpPr>
          <p:spPr>
            <a:xfrm>
              <a:off x="6874996" y="5601234"/>
              <a:ext cx="782580" cy="5321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242DBF27-1001-4906-6117-5284A9D16931}"/>
                </a:ext>
              </a:extLst>
            </p:cNvPr>
            <p:cNvCxnSpPr>
              <a:cxnSpLocks/>
            </p:cNvCxnSpPr>
            <p:nvPr/>
          </p:nvCxnSpPr>
          <p:spPr>
            <a:xfrm>
              <a:off x="7045299" y="5711699"/>
              <a:ext cx="466165" cy="326115"/>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11" name="Group 110">
            <a:extLst>
              <a:ext uri="{FF2B5EF4-FFF2-40B4-BE49-F238E27FC236}">
                <a16:creationId xmlns:a16="http://schemas.microsoft.com/office/drawing/2014/main" id="{B6D9533B-92C4-D156-EBE3-148580BD7689}"/>
              </a:ext>
            </a:extLst>
          </p:cNvPr>
          <p:cNvGrpSpPr/>
          <p:nvPr/>
        </p:nvGrpSpPr>
        <p:grpSpPr>
          <a:xfrm>
            <a:off x="6766055" y="5265360"/>
            <a:ext cx="1781045" cy="0"/>
            <a:chOff x="6766055" y="5219700"/>
            <a:chExt cx="1781045" cy="0"/>
          </a:xfrm>
        </p:grpSpPr>
        <p:cxnSp>
          <p:nvCxnSpPr>
            <p:cNvPr id="109" name="Straight Connector 108">
              <a:extLst>
                <a:ext uri="{FF2B5EF4-FFF2-40B4-BE49-F238E27FC236}">
                  <a16:creationId xmlns:a16="http://schemas.microsoft.com/office/drawing/2014/main" id="{065C625D-8993-997E-0409-AB722B8C377C}"/>
                </a:ext>
              </a:extLst>
            </p:cNvPr>
            <p:cNvCxnSpPr>
              <a:cxnSpLocks/>
            </p:cNvCxnSpPr>
            <p:nvPr/>
          </p:nvCxnSpPr>
          <p:spPr>
            <a:xfrm>
              <a:off x="6766055" y="5219700"/>
              <a:ext cx="178104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95CFF21E-7AD5-4747-C4E9-7B9DB70F4C8E}"/>
                </a:ext>
              </a:extLst>
            </p:cNvPr>
            <p:cNvCxnSpPr>
              <a:cxnSpLocks/>
            </p:cNvCxnSpPr>
            <p:nvPr/>
          </p:nvCxnSpPr>
          <p:spPr>
            <a:xfrm>
              <a:off x="7153901" y="5219700"/>
              <a:ext cx="1005353" cy="0"/>
            </a:xfrm>
            <a:prstGeom prst="line">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113" name="Straight Connector 112">
            <a:extLst>
              <a:ext uri="{FF2B5EF4-FFF2-40B4-BE49-F238E27FC236}">
                <a16:creationId xmlns:a16="http://schemas.microsoft.com/office/drawing/2014/main" id="{4416C8F8-C635-DD2C-EAC5-496B3283A26A}"/>
              </a:ext>
            </a:extLst>
          </p:cNvPr>
          <p:cNvCxnSpPr>
            <a:cxnSpLocks/>
          </p:cNvCxnSpPr>
          <p:nvPr/>
        </p:nvCxnSpPr>
        <p:spPr>
          <a:xfrm>
            <a:off x="3257551" y="2959100"/>
            <a:ext cx="8566149" cy="0"/>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6610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C294-FDF3-7665-DAEC-1CD51B79CB4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C336B42C-DF22-F045-2CD1-3DB0FA72D783}"/>
              </a:ext>
            </a:extLst>
          </p:cNvPr>
          <p:cNvSpPr>
            <a:spLocks noGrp="1"/>
          </p:cNvSpPr>
          <p:nvPr>
            <p:ph type="subTitle" idx="1"/>
          </p:nvPr>
        </p:nvSpPr>
        <p:spPr/>
        <p:txBody>
          <a:bodyPr/>
          <a:lstStyle/>
          <a:p>
            <a:endParaRPr lang="en-US"/>
          </a:p>
        </p:txBody>
      </p:sp>
      <p:pic>
        <p:nvPicPr>
          <p:cNvPr id="4" name="Picture 3" descr="A screenshot of a computer&#10;&#10;AI-generated content may be incorrect.">
            <a:extLst>
              <a:ext uri="{FF2B5EF4-FFF2-40B4-BE49-F238E27FC236}">
                <a16:creationId xmlns:a16="http://schemas.microsoft.com/office/drawing/2014/main" id="{0DD0BAB2-DF97-B635-FAD6-50E288AB0444}"/>
              </a:ext>
            </a:extLst>
          </p:cNvPr>
          <p:cNvPicPr>
            <a:picLocks noChangeAspect="1"/>
          </p:cNvPicPr>
          <p:nvPr/>
        </p:nvPicPr>
        <p:blipFill>
          <a:blip r:embed="rId2"/>
          <a:stretch>
            <a:fillRect/>
          </a:stretch>
        </p:blipFill>
        <p:spPr>
          <a:xfrm>
            <a:off x="0" y="-16126"/>
            <a:ext cx="12192000" cy="6858055"/>
          </a:xfrm>
          <a:prstGeom prst="rect">
            <a:avLst/>
          </a:prstGeom>
        </p:spPr>
      </p:pic>
    </p:spTree>
    <p:extLst>
      <p:ext uri="{BB962C8B-B14F-4D97-AF65-F5344CB8AC3E}">
        <p14:creationId xmlns:p14="http://schemas.microsoft.com/office/powerpoint/2010/main" val="1297151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89014-8140-24EE-EEE6-0CE47E51A947}"/>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5C2B52C8-0868-97B0-FA35-45D0F2150C5C}"/>
              </a:ext>
              <a:ext uri="{C183D7F6-B498-43B3-948B-1728B52AA6E4}">
                <adec:decorative xmlns:adec="http://schemas.microsoft.com/office/drawing/2017/decorative" val="1"/>
              </a:ext>
            </a:extLst>
          </p:cNvPr>
          <p:cNvCxnSpPr/>
          <p:nvPr/>
        </p:nvCxnSpPr>
        <p:spPr>
          <a:xfrm>
            <a:off x="10486515" y="358722"/>
            <a:ext cx="0" cy="331655"/>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itle 18">
            <a:extLst>
              <a:ext uri="{FF2B5EF4-FFF2-40B4-BE49-F238E27FC236}">
                <a16:creationId xmlns:a16="http://schemas.microsoft.com/office/drawing/2014/main" id="{037D0EC3-DB42-F61A-BD79-8B1CE2C92A5E}"/>
              </a:ext>
            </a:extLst>
          </p:cNvPr>
          <p:cNvSpPr>
            <a:spLocks noGrp="1"/>
          </p:cNvSpPr>
          <p:nvPr>
            <p:ph type="title"/>
          </p:nvPr>
        </p:nvSpPr>
        <p:spPr/>
        <p:txBody>
          <a:bodyPr/>
          <a:lstStyle/>
          <a:p>
            <a:r>
              <a:rPr lang="en-US"/>
              <a:t>An Agentic AI framework for Control Design Assessment</a:t>
            </a:r>
          </a:p>
        </p:txBody>
      </p:sp>
      <p:sp>
        <p:nvSpPr>
          <p:cNvPr id="23" name="TextBox 22">
            <a:extLst>
              <a:ext uri="{FF2B5EF4-FFF2-40B4-BE49-F238E27FC236}">
                <a16:creationId xmlns:a16="http://schemas.microsoft.com/office/drawing/2014/main" id="{31473B97-9E70-2827-2618-368CB7DB2989}"/>
              </a:ext>
            </a:extLst>
          </p:cNvPr>
          <p:cNvSpPr txBox="1"/>
          <p:nvPr/>
        </p:nvSpPr>
        <p:spPr>
          <a:xfrm>
            <a:off x="370063" y="1426464"/>
            <a:ext cx="2696168" cy="3365670"/>
          </a:xfrm>
          <a:prstGeom prst="rect">
            <a:avLst/>
          </a:prstGeom>
          <a:solidFill>
            <a:srgbClr val="FFF5ED"/>
          </a:solidFill>
          <a:ln w="19050">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t" anchorCtr="0">
            <a:noAutofit/>
          </a:bodyPr>
          <a:lstStyle/>
          <a:p>
            <a:pPr marL="0" marR="0" lvl="0" indent="0" defTabSz="533400" rtl="0" eaLnBrk="1" fontAlgn="auto" latinLnBrk="0" hangingPunct="1">
              <a:spcBef>
                <a:spcPct val="0"/>
              </a:spcBef>
              <a:spcAft>
                <a:spcPts val="600"/>
              </a:spcAft>
              <a:buClrTx/>
              <a:buSzTx/>
              <a:buFontTx/>
              <a:buNone/>
              <a:tabLst/>
              <a:defRPr/>
            </a:pPr>
            <a:r>
              <a:rPr kumimoji="0" lang="en-US" sz="1000" i="0" u="none" strike="noStrike" kern="1200" cap="none" spc="0" normalizeH="0" baseline="0" noProof="0">
                <a:ln>
                  <a:noFill/>
                </a:ln>
                <a:solidFill>
                  <a:sysClr val="windowText" lastClr="000000"/>
                </a:solidFill>
                <a:effectLst/>
                <a:uLnTx/>
                <a:uFillTx/>
                <a:ea typeface="+mn-ea"/>
                <a:cs typeface="+mn-cs"/>
              </a:rPr>
              <a:t>This end-to-end orchestration meets all the AI design principals as it guides human testers with rationale suggested follow-ups, initial conclusions, and ensuring results are consistent and explainable</a:t>
            </a:r>
          </a:p>
          <a:p>
            <a:pPr marL="0" marR="0" lvl="0" indent="0" defTabSz="533400" rtl="0" eaLnBrk="1" fontAlgn="auto" latinLnBrk="0" hangingPunct="1">
              <a:spcBef>
                <a:spcPct val="0"/>
              </a:spcBef>
              <a:spcAft>
                <a:spcPts val="600"/>
              </a:spcAft>
              <a:buClrTx/>
              <a:buSzTx/>
              <a:buFontTx/>
              <a:buNone/>
              <a:tabLst/>
              <a:defRPr/>
            </a:pPr>
            <a:r>
              <a:rPr kumimoji="0" lang="en-US" sz="1000" b="1" i="0" u="none" strike="noStrike" kern="1200" cap="none" spc="0" normalizeH="0" baseline="0" noProof="0">
                <a:ln>
                  <a:noFill/>
                </a:ln>
                <a:solidFill>
                  <a:sysClr val="windowText" lastClr="000000"/>
                </a:solidFill>
                <a:effectLst/>
                <a:uLnTx/>
                <a:uFillTx/>
                <a:ea typeface="+mn-ea"/>
                <a:cs typeface="+mn-cs"/>
              </a:rPr>
              <a:t>Expert-Led, Tech-Powered Design Principles</a:t>
            </a:r>
          </a:p>
        </p:txBody>
      </p:sp>
      <p:sp>
        <p:nvSpPr>
          <p:cNvPr id="25" name="Google Shape;5778;p416">
            <a:extLst>
              <a:ext uri="{FF2B5EF4-FFF2-40B4-BE49-F238E27FC236}">
                <a16:creationId xmlns:a16="http://schemas.microsoft.com/office/drawing/2014/main" id="{823C4C93-40EC-A895-C091-568FAEADD0F7}"/>
              </a:ext>
            </a:extLst>
          </p:cNvPr>
          <p:cNvSpPr/>
          <p:nvPr/>
        </p:nvSpPr>
        <p:spPr>
          <a:xfrm>
            <a:off x="466768" y="2779711"/>
            <a:ext cx="2515192" cy="365760"/>
          </a:xfrm>
          <a:prstGeom prst="rect">
            <a:avLst/>
          </a:prstGeom>
          <a:solidFill>
            <a:schemeClr val="accent2"/>
          </a:solidFill>
          <a:ln>
            <a:noFill/>
          </a:ln>
        </p:spPr>
        <p:txBody>
          <a:bodyPr spcFirstLastPara="1" wrap="square" lIns="91440" tIns="0" rIns="9144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defTabSz="914148"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1200" cap="none" spc="0" normalizeH="0" baseline="0" noProof="0">
                <a:ln>
                  <a:noFill/>
                </a:ln>
                <a:solidFill>
                  <a:srgbClr val="000000"/>
                </a:solidFill>
                <a:effectLst/>
                <a:uLnTx/>
                <a:uFillTx/>
                <a:latin typeface="Arial"/>
                <a:cs typeface="Arial"/>
                <a:sym typeface="Arial"/>
              </a:rPr>
              <a:t>Structured Evidence Ingestion</a:t>
            </a:r>
            <a:endParaRPr kumimoji="0" lang="en-US" sz="800" b="1" i="0" u="none" strike="noStrike" kern="1200" cap="none" spc="0" normalizeH="0" baseline="0" noProof="0">
              <a:ln>
                <a:noFill/>
              </a:ln>
              <a:solidFill>
                <a:srgbClr val="000000"/>
              </a:solidFill>
              <a:effectLst/>
              <a:uLnTx/>
              <a:uFillTx/>
              <a:latin typeface="Arial"/>
              <a:cs typeface="Arial"/>
              <a:sym typeface="Arial"/>
            </a:endParaRPr>
          </a:p>
        </p:txBody>
      </p:sp>
      <p:sp>
        <p:nvSpPr>
          <p:cNvPr id="26" name="Google Shape;5778;p416">
            <a:extLst>
              <a:ext uri="{FF2B5EF4-FFF2-40B4-BE49-F238E27FC236}">
                <a16:creationId xmlns:a16="http://schemas.microsoft.com/office/drawing/2014/main" id="{E7CAA7FC-9870-842F-014F-88FA7C2AE330}"/>
              </a:ext>
            </a:extLst>
          </p:cNvPr>
          <p:cNvSpPr/>
          <p:nvPr/>
        </p:nvSpPr>
        <p:spPr>
          <a:xfrm>
            <a:off x="466768" y="3165860"/>
            <a:ext cx="2515192" cy="365760"/>
          </a:xfrm>
          <a:prstGeom prst="rect">
            <a:avLst/>
          </a:prstGeom>
          <a:solidFill>
            <a:schemeClr val="accent3"/>
          </a:solidFill>
          <a:ln>
            <a:noFill/>
          </a:ln>
        </p:spPr>
        <p:txBody>
          <a:bodyPr spcFirstLastPara="1" wrap="square" lIns="91440" tIns="0" rIns="9144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defTabSz="914148"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1200" cap="none" spc="0" normalizeH="0" baseline="0" noProof="0">
                <a:ln>
                  <a:noFill/>
                </a:ln>
                <a:solidFill>
                  <a:srgbClr val="000000"/>
                </a:solidFill>
                <a:effectLst/>
                <a:uLnTx/>
                <a:uFillTx/>
                <a:latin typeface="Arial"/>
                <a:cs typeface="Arial"/>
                <a:sym typeface="Arial"/>
              </a:rPr>
              <a:t>Agentic Workflows</a:t>
            </a:r>
            <a:endParaRPr kumimoji="0" lang="en-US" sz="800" b="0" i="0" u="none" strike="noStrike" kern="1200" cap="none" spc="0" normalizeH="0" baseline="0" noProof="0">
              <a:ln>
                <a:noFill/>
              </a:ln>
              <a:solidFill>
                <a:srgbClr val="000000"/>
              </a:solidFill>
              <a:effectLst/>
              <a:uLnTx/>
              <a:uFillTx/>
              <a:latin typeface="Arial"/>
              <a:cs typeface="Arial"/>
              <a:sym typeface="Arial"/>
            </a:endParaRPr>
          </a:p>
        </p:txBody>
      </p:sp>
      <p:sp>
        <p:nvSpPr>
          <p:cNvPr id="30" name="Google Shape;5778;p416">
            <a:extLst>
              <a:ext uri="{FF2B5EF4-FFF2-40B4-BE49-F238E27FC236}">
                <a16:creationId xmlns:a16="http://schemas.microsoft.com/office/drawing/2014/main" id="{958FD258-172A-AF66-81E6-095BB26B2B3C}"/>
              </a:ext>
            </a:extLst>
          </p:cNvPr>
          <p:cNvSpPr/>
          <p:nvPr/>
        </p:nvSpPr>
        <p:spPr>
          <a:xfrm>
            <a:off x="466768" y="3552009"/>
            <a:ext cx="2515192" cy="365760"/>
          </a:xfrm>
          <a:prstGeom prst="rect">
            <a:avLst/>
          </a:prstGeom>
          <a:solidFill>
            <a:schemeClr val="accent5"/>
          </a:solidFill>
          <a:ln>
            <a:noFill/>
          </a:ln>
        </p:spPr>
        <p:txBody>
          <a:bodyPr spcFirstLastPara="1" wrap="square" lIns="91440" tIns="0" rIns="9144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defTabSz="914148"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1200" cap="none" spc="0" normalizeH="0" baseline="0" noProof="0">
                <a:ln>
                  <a:noFill/>
                </a:ln>
                <a:solidFill>
                  <a:srgbClr val="000000"/>
                </a:solidFill>
                <a:effectLst/>
                <a:uLnTx/>
                <a:uFillTx/>
                <a:latin typeface="Arial"/>
                <a:cs typeface="Arial"/>
                <a:sym typeface="Arial"/>
              </a:rPr>
              <a:t>Dynamic Question Orchestration</a:t>
            </a:r>
            <a:endParaRPr kumimoji="0" lang="en-US" sz="800" b="0" i="0" u="none" strike="noStrike" kern="1200" cap="none" spc="0" normalizeH="0" baseline="0" noProof="0">
              <a:ln>
                <a:noFill/>
              </a:ln>
              <a:solidFill>
                <a:srgbClr val="000000"/>
              </a:solidFill>
              <a:effectLst/>
              <a:uLnTx/>
              <a:uFillTx/>
              <a:latin typeface="Arial"/>
              <a:cs typeface="Arial"/>
              <a:sym typeface="Arial"/>
            </a:endParaRPr>
          </a:p>
        </p:txBody>
      </p:sp>
      <p:sp>
        <p:nvSpPr>
          <p:cNvPr id="41" name="Google Shape;5778;p416">
            <a:extLst>
              <a:ext uri="{FF2B5EF4-FFF2-40B4-BE49-F238E27FC236}">
                <a16:creationId xmlns:a16="http://schemas.microsoft.com/office/drawing/2014/main" id="{73E94379-5E96-7F99-DC64-8963D63814D3}"/>
              </a:ext>
            </a:extLst>
          </p:cNvPr>
          <p:cNvSpPr/>
          <p:nvPr/>
        </p:nvSpPr>
        <p:spPr>
          <a:xfrm>
            <a:off x="466768" y="3938158"/>
            <a:ext cx="2515192" cy="365760"/>
          </a:xfrm>
          <a:prstGeom prst="rect">
            <a:avLst/>
          </a:prstGeom>
          <a:solidFill>
            <a:schemeClr val="accent6"/>
          </a:solidFill>
          <a:ln>
            <a:noFill/>
          </a:ln>
        </p:spPr>
        <p:txBody>
          <a:bodyPr spcFirstLastPara="1" wrap="square" lIns="91440" tIns="0" rIns="9144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defTabSz="914148"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1200" cap="none" spc="0" normalizeH="0" baseline="0" noProof="0">
                <a:ln>
                  <a:noFill/>
                </a:ln>
                <a:solidFill>
                  <a:srgbClr val="000000"/>
                </a:solidFill>
                <a:effectLst/>
                <a:uLnTx/>
                <a:uFillTx/>
                <a:latin typeface="Arial"/>
                <a:cs typeface="Arial"/>
                <a:sym typeface="Arial"/>
              </a:rPr>
              <a:t>Expert in Loop </a:t>
            </a:r>
          </a:p>
        </p:txBody>
      </p:sp>
      <p:sp>
        <p:nvSpPr>
          <p:cNvPr id="48" name="Google Shape;5778;p416">
            <a:extLst>
              <a:ext uri="{FF2B5EF4-FFF2-40B4-BE49-F238E27FC236}">
                <a16:creationId xmlns:a16="http://schemas.microsoft.com/office/drawing/2014/main" id="{288E5B4B-86D8-BC8B-270C-4C650A1D0992}"/>
              </a:ext>
            </a:extLst>
          </p:cNvPr>
          <p:cNvSpPr/>
          <p:nvPr/>
        </p:nvSpPr>
        <p:spPr>
          <a:xfrm>
            <a:off x="466768" y="4324305"/>
            <a:ext cx="2515192" cy="365760"/>
          </a:xfrm>
          <a:prstGeom prst="rect">
            <a:avLst/>
          </a:prstGeom>
          <a:solidFill>
            <a:srgbClr val="DFE3E6"/>
          </a:solidFill>
          <a:ln>
            <a:noFill/>
          </a:ln>
        </p:spPr>
        <p:txBody>
          <a:bodyPr spcFirstLastPara="1" wrap="square" lIns="91440" tIns="0" rIns="9144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defTabSz="914148" rtl="0" eaLnBrk="1" fontAlgn="auto" latinLnBrk="0" hangingPunct="1">
              <a:lnSpc>
                <a:spcPct val="100000"/>
              </a:lnSpc>
              <a:spcBef>
                <a:spcPts val="0"/>
              </a:spcBef>
              <a:spcAft>
                <a:spcPts val="0"/>
              </a:spcAft>
              <a:buClr>
                <a:srgbClr val="000000"/>
              </a:buClr>
              <a:buSzTx/>
              <a:buFont typeface="Arial"/>
              <a:buNone/>
              <a:tabLst/>
              <a:defRPr/>
            </a:pPr>
            <a:r>
              <a:rPr kumimoji="0" lang="en" sz="800" b="1" i="0" u="none" strike="noStrike" kern="1200" cap="none" spc="0" normalizeH="0" baseline="0" noProof="0">
                <a:ln>
                  <a:noFill/>
                </a:ln>
                <a:solidFill>
                  <a:srgbClr val="000000"/>
                </a:solidFill>
                <a:effectLst/>
                <a:uLnTx/>
                <a:uFillTx/>
                <a:latin typeface="Arial"/>
                <a:cs typeface="Arial"/>
                <a:sym typeface="Arial"/>
              </a:rPr>
              <a:t>Explainable and Transparent Outcomes</a:t>
            </a:r>
            <a:endParaRPr kumimoji="0" lang="en-US" sz="800" b="0" i="0" u="none" strike="noStrike" kern="1200" cap="none" spc="0" normalizeH="0" baseline="0" noProof="0">
              <a:ln>
                <a:noFill/>
              </a:ln>
              <a:solidFill>
                <a:srgbClr val="000000"/>
              </a:solidFill>
              <a:effectLst/>
              <a:uLnTx/>
              <a:uFillTx/>
              <a:latin typeface="Arial"/>
              <a:cs typeface="Arial"/>
              <a:sym typeface="Arial"/>
            </a:endParaRPr>
          </a:p>
        </p:txBody>
      </p:sp>
      <p:cxnSp>
        <p:nvCxnSpPr>
          <p:cNvPr id="52" name="Straight Connector 51">
            <a:extLst>
              <a:ext uri="{FF2B5EF4-FFF2-40B4-BE49-F238E27FC236}">
                <a16:creationId xmlns:a16="http://schemas.microsoft.com/office/drawing/2014/main" id="{4792DEF1-C184-78D2-DEEC-B496D7A12049}"/>
              </a:ext>
            </a:extLst>
          </p:cNvPr>
          <p:cNvCxnSpPr>
            <a:cxnSpLocks/>
          </p:cNvCxnSpPr>
          <p:nvPr/>
        </p:nvCxnSpPr>
        <p:spPr>
          <a:xfrm>
            <a:off x="2620434" y="2835115"/>
            <a:ext cx="0" cy="254953"/>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5E1E65F8-8A61-70B1-8EC4-6D83C0AAD9FE}"/>
              </a:ext>
            </a:extLst>
          </p:cNvPr>
          <p:cNvCxnSpPr>
            <a:cxnSpLocks/>
          </p:cNvCxnSpPr>
          <p:nvPr/>
        </p:nvCxnSpPr>
        <p:spPr>
          <a:xfrm>
            <a:off x="2620434" y="3221264"/>
            <a:ext cx="0" cy="254953"/>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4E7E0708-4B87-1B38-E6B1-BD42A7528FBD}"/>
              </a:ext>
            </a:extLst>
          </p:cNvPr>
          <p:cNvCxnSpPr>
            <a:cxnSpLocks/>
          </p:cNvCxnSpPr>
          <p:nvPr/>
        </p:nvCxnSpPr>
        <p:spPr>
          <a:xfrm>
            <a:off x="2620434" y="3607413"/>
            <a:ext cx="0" cy="254953"/>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B4BA354E-A151-7AB9-BACD-ED8D4B4B4664}"/>
              </a:ext>
            </a:extLst>
          </p:cNvPr>
          <p:cNvCxnSpPr>
            <a:cxnSpLocks/>
          </p:cNvCxnSpPr>
          <p:nvPr/>
        </p:nvCxnSpPr>
        <p:spPr>
          <a:xfrm>
            <a:off x="2620434" y="3993562"/>
            <a:ext cx="0" cy="254953"/>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F8785EC6-C03F-86F4-6E29-DEE0A3A4D117}"/>
              </a:ext>
            </a:extLst>
          </p:cNvPr>
          <p:cNvCxnSpPr>
            <a:cxnSpLocks/>
          </p:cNvCxnSpPr>
          <p:nvPr/>
        </p:nvCxnSpPr>
        <p:spPr>
          <a:xfrm>
            <a:off x="2620434" y="4379709"/>
            <a:ext cx="0" cy="254953"/>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3CCBB3FE-B0E8-53A7-6708-ECC31C255FA9}"/>
              </a:ext>
            </a:extLst>
          </p:cNvPr>
          <p:cNvSpPr txBox="1"/>
          <p:nvPr/>
        </p:nvSpPr>
        <p:spPr>
          <a:xfrm>
            <a:off x="3191369" y="1426464"/>
            <a:ext cx="2782713" cy="389636"/>
          </a:xfrm>
          <a:prstGeom prst="rect">
            <a:avLst/>
          </a:prstGeom>
          <a:solidFill>
            <a:schemeClr val="accent6"/>
          </a:solidFill>
          <a:ln w="19050">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ctr" anchorCtr="0">
            <a:noAutofit/>
          </a:bodyPr>
          <a:lstStyle/>
          <a:p>
            <a:pPr marL="0" marR="0" lvl="0" indent="0" algn="ctr" defTabSz="533400" rtl="0" eaLnBrk="1" fontAlgn="auto" latinLnBrk="0" hangingPunct="1">
              <a:spcBef>
                <a:spcPct val="0"/>
              </a:spcBef>
              <a:spcAft>
                <a:spcPts val="600"/>
              </a:spcAft>
              <a:buClrTx/>
              <a:buSzTx/>
              <a:buFontTx/>
              <a:buNone/>
              <a:tabLst/>
              <a:defRPr/>
            </a:pPr>
            <a:r>
              <a:rPr kumimoji="0" lang="en-US" sz="1200" b="1" i="0" u="none" strike="noStrike" kern="1200" cap="none" spc="0" normalizeH="0" baseline="0" noProof="0">
                <a:ln>
                  <a:noFill/>
                </a:ln>
                <a:solidFill>
                  <a:sysClr val="windowText" lastClr="000000"/>
                </a:solidFill>
                <a:effectLst/>
                <a:uLnTx/>
                <a:uFillTx/>
                <a:ea typeface="+mn-ea"/>
                <a:cs typeface="+mn-cs"/>
              </a:rPr>
              <a:t>Context Initialization</a:t>
            </a:r>
          </a:p>
        </p:txBody>
      </p:sp>
      <p:sp>
        <p:nvSpPr>
          <p:cNvPr id="58" name="TextBox 57">
            <a:extLst>
              <a:ext uri="{FF2B5EF4-FFF2-40B4-BE49-F238E27FC236}">
                <a16:creationId xmlns:a16="http://schemas.microsoft.com/office/drawing/2014/main" id="{794096EB-81A3-CEF7-105E-61F2FA9BA9A9}"/>
              </a:ext>
            </a:extLst>
          </p:cNvPr>
          <p:cNvSpPr txBox="1"/>
          <p:nvPr/>
        </p:nvSpPr>
        <p:spPr>
          <a:xfrm>
            <a:off x="6082310" y="1426464"/>
            <a:ext cx="2782713" cy="389636"/>
          </a:xfrm>
          <a:prstGeom prst="rect">
            <a:avLst/>
          </a:prstGeom>
          <a:solidFill>
            <a:schemeClr val="accent6"/>
          </a:solidFill>
          <a:ln w="19050">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ctr" anchorCtr="0">
            <a:noAutofit/>
          </a:bodyPr>
          <a:lstStyle/>
          <a:p>
            <a:pPr marL="0" marR="0" lvl="0" indent="0" algn="ctr" defTabSz="533400" rtl="0" eaLnBrk="1" fontAlgn="auto" latinLnBrk="0" hangingPunct="1">
              <a:spcBef>
                <a:spcPct val="0"/>
              </a:spcBef>
              <a:spcAft>
                <a:spcPts val="600"/>
              </a:spcAft>
              <a:buClrTx/>
              <a:buSzTx/>
              <a:buFontTx/>
              <a:buNone/>
              <a:tabLst/>
              <a:defRPr/>
            </a:pPr>
            <a:r>
              <a:rPr kumimoji="0" lang="en-US" sz="1200" b="1" i="0" u="none" strike="noStrike" kern="1200" cap="none" spc="0" normalizeH="0" baseline="0" noProof="0">
                <a:ln>
                  <a:noFill/>
                </a:ln>
                <a:solidFill>
                  <a:sysClr val="windowText" lastClr="000000"/>
                </a:solidFill>
                <a:effectLst/>
                <a:uLnTx/>
                <a:uFillTx/>
                <a:ea typeface="+mn-ea"/>
                <a:cs typeface="+mn-cs"/>
              </a:rPr>
              <a:t>Structured Evidence Setup</a:t>
            </a:r>
          </a:p>
        </p:txBody>
      </p:sp>
      <p:sp>
        <p:nvSpPr>
          <p:cNvPr id="59" name="TextBox 58">
            <a:extLst>
              <a:ext uri="{FF2B5EF4-FFF2-40B4-BE49-F238E27FC236}">
                <a16:creationId xmlns:a16="http://schemas.microsoft.com/office/drawing/2014/main" id="{C94C8F85-D364-5767-0A10-D0FDAB06FD61}"/>
              </a:ext>
            </a:extLst>
          </p:cNvPr>
          <p:cNvSpPr txBox="1"/>
          <p:nvPr/>
        </p:nvSpPr>
        <p:spPr>
          <a:xfrm>
            <a:off x="8973251" y="1426464"/>
            <a:ext cx="2782713" cy="389636"/>
          </a:xfrm>
          <a:prstGeom prst="rect">
            <a:avLst/>
          </a:prstGeom>
          <a:solidFill>
            <a:schemeClr val="accent6"/>
          </a:solidFill>
          <a:ln w="19050">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ctr" anchorCtr="0">
            <a:noAutofit/>
          </a:bodyPr>
          <a:lstStyle/>
          <a:p>
            <a:pPr marL="0" marR="0" lvl="0" indent="0" algn="ctr" defTabSz="533400" rtl="0" eaLnBrk="1" fontAlgn="auto" latinLnBrk="0" hangingPunct="1">
              <a:spcBef>
                <a:spcPct val="0"/>
              </a:spcBef>
              <a:spcAft>
                <a:spcPts val="600"/>
              </a:spcAft>
              <a:buClrTx/>
              <a:buSzTx/>
              <a:buFontTx/>
              <a:buNone/>
              <a:tabLst/>
              <a:defRPr/>
            </a:pPr>
            <a:r>
              <a:rPr kumimoji="0" lang="en-US" sz="1200" b="1" i="0" u="none" strike="noStrike" kern="1200" cap="none" spc="0" normalizeH="0" baseline="0" noProof="0">
                <a:ln>
                  <a:noFill/>
                </a:ln>
                <a:solidFill>
                  <a:sysClr val="windowText" lastClr="000000"/>
                </a:solidFill>
                <a:effectLst/>
                <a:uLnTx/>
                <a:uFillTx/>
                <a:ea typeface="+mn-ea"/>
                <a:cs typeface="+mn-cs"/>
              </a:rPr>
              <a:t>Assessment Orchestration</a:t>
            </a:r>
          </a:p>
        </p:txBody>
      </p:sp>
      <p:sp>
        <p:nvSpPr>
          <p:cNvPr id="62" name="Freeform: Shape 61">
            <a:extLst>
              <a:ext uri="{FF2B5EF4-FFF2-40B4-BE49-F238E27FC236}">
                <a16:creationId xmlns:a16="http://schemas.microsoft.com/office/drawing/2014/main" id="{C986C11C-A235-1C08-19F2-7EB1CB2D5834}"/>
              </a:ext>
            </a:extLst>
          </p:cNvPr>
          <p:cNvSpPr/>
          <p:nvPr/>
        </p:nvSpPr>
        <p:spPr>
          <a:xfrm>
            <a:off x="3195228" y="1944302"/>
            <a:ext cx="8566484" cy="2847831"/>
          </a:xfrm>
          <a:custGeom>
            <a:avLst/>
            <a:gdLst>
              <a:gd name="csX0" fmla="*/ 0 w 8566484"/>
              <a:gd name="csY0" fmla="*/ 0 h 2772076"/>
              <a:gd name="csX1" fmla="*/ 8566484 w 8566484"/>
              <a:gd name="csY1" fmla="*/ 0 h 2772076"/>
              <a:gd name="csX2" fmla="*/ 8566484 w 8566484"/>
              <a:gd name="csY2" fmla="*/ 2772076 h 2772076"/>
              <a:gd name="csX3" fmla="*/ 9625 w 8566484"/>
              <a:gd name="csY3" fmla="*/ 2772076 h 2772076"/>
            </a:gdLst>
            <a:ahLst/>
            <a:cxnLst>
              <a:cxn ang="0">
                <a:pos x="csX0" y="csY0"/>
              </a:cxn>
              <a:cxn ang="0">
                <a:pos x="csX1" y="csY1"/>
              </a:cxn>
              <a:cxn ang="0">
                <a:pos x="csX2" y="csY2"/>
              </a:cxn>
              <a:cxn ang="0">
                <a:pos x="csX3" y="csY3"/>
              </a:cxn>
            </a:cxnLst>
            <a:rect l="l" t="t" r="r" b="b"/>
            <a:pathLst>
              <a:path w="8566484" h="2772076">
                <a:moveTo>
                  <a:pt x="0" y="0"/>
                </a:moveTo>
                <a:lnTo>
                  <a:pt x="8566484" y="0"/>
                </a:lnTo>
                <a:lnTo>
                  <a:pt x="8566484" y="2772076"/>
                </a:lnTo>
                <a:lnTo>
                  <a:pt x="9625" y="2772076"/>
                </a:lnTo>
              </a:path>
            </a:pathLst>
          </a:custGeom>
          <a:no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2D8DE4B0-39EF-C926-D7D2-C5B76E79EA2F}"/>
              </a:ext>
            </a:extLst>
          </p:cNvPr>
          <p:cNvSpPr/>
          <p:nvPr/>
        </p:nvSpPr>
        <p:spPr bwMode="auto">
          <a:xfrm>
            <a:off x="6082310" y="2021695"/>
            <a:ext cx="2785960" cy="26930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32449" rtl="0" eaLnBrk="1" fontAlgn="base" latinLnBrk="0" hangingPunct="1">
              <a:lnSpc>
                <a:spcPct val="100000"/>
              </a:lnSpc>
              <a:spcBef>
                <a:spcPct val="0"/>
              </a:spcBef>
              <a:spcAft>
                <a:spcPts val="600"/>
              </a:spcAft>
              <a:buClr>
                <a:srgbClr val="000000"/>
              </a:buClr>
              <a:buSzTx/>
              <a:buFont typeface="Arial"/>
              <a:buNone/>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Create a structured control knowledge layer by reading and classifying all available control artifacts, preparing them for downstream AI reasoning</a:t>
            </a:r>
            <a:endParaRPr lang="en-US" sz="900">
              <a:solidFill>
                <a:srgbClr val="FFFFFF"/>
              </a:solidFill>
              <a:cs typeface="Segoe UI" pitchFamily="34" charset="0"/>
            </a:endParaRPr>
          </a:p>
          <a:p>
            <a:pPr marL="0" marR="0" lvl="0" indent="0" algn="l" defTabSz="932449" rtl="0" eaLnBrk="1" fontAlgn="base" latinLnBrk="0" hangingPunct="1">
              <a:lnSpc>
                <a:spcPct val="100000"/>
              </a:lnSpc>
              <a:spcBef>
                <a:spcPct val="0"/>
              </a:spcBef>
              <a:spcAft>
                <a:spcPts val="600"/>
              </a:spcAft>
              <a:buClr>
                <a:srgbClr val="000000"/>
              </a:buClr>
              <a:buSzTx/>
              <a:buFont typeface="Arial"/>
              <a:buNone/>
              <a:tabLst/>
              <a:defRPr/>
            </a:pPr>
            <a:r>
              <a:rPr kumimoji="0" lang="en-US" sz="900" b="1" i="0" u="none" strike="noStrike" kern="1200" cap="none" spc="0" normalizeH="0" baseline="0" noProof="0">
                <a:ln>
                  <a:noFill/>
                </a:ln>
                <a:solidFill>
                  <a:srgbClr val="000000"/>
                </a:solidFill>
                <a:effectLst/>
                <a:uLnTx/>
                <a:uFillTx/>
                <a:latin typeface="Arial"/>
                <a:cs typeface="Arial"/>
                <a:sym typeface="Arial"/>
              </a:rPr>
              <a:t>AI Agents </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Process vs Control: Agents distinguish whether control description and documentation reflects a process or a control statement.</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5W Analysis: Agents apply the “Who, What, When, Where, Why” on the control description to ensure adheres to control standard.</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Metadata Mismatch Detection: Agents identify missing or inconsistent metadata (e.g., control owner, frequency, function). </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Evidence Mapping: Agents compare control description → control documentation → evidence to build a structured view of the control attributes.</a:t>
            </a:r>
          </a:p>
        </p:txBody>
      </p:sp>
      <p:sp>
        <p:nvSpPr>
          <p:cNvPr id="65" name="Rectangle 64">
            <a:extLst>
              <a:ext uri="{FF2B5EF4-FFF2-40B4-BE49-F238E27FC236}">
                <a16:creationId xmlns:a16="http://schemas.microsoft.com/office/drawing/2014/main" id="{7CEAAC98-1C9F-BC2B-61CB-84B97BD92632}"/>
              </a:ext>
            </a:extLst>
          </p:cNvPr>
          <p:cNvSpPr/>
          <p:nvPr/>
        </p:nvSpPr>
        <p:spPr bwMode="auto">
          <a:xfrm>
            <a:off x="3191369" y="2021695"/>
            <a:ext cx="2785960" cy="26930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32449" rtl="0" eaLnBrk="1" fontAlgn="base" latinLnBrk="0" hangingPunct="1">
              <a:lnSpc>
                <a:spcPct val="100000"/>
              </a:lnSpc>
              <a:spcBef>
                <a:spcPct val="0"/>
              </a:spcBef>
              <a:spcAft>
                <a:spcPts val="600"/>
              </a:spcAft>
              <a:buClr>
                <a:srgbClr val="000000"/>
              </a:buClr>
              <a:buSzTx/>
              <a:buFont typeface="Arial"/>
              <a:buNone/>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Establish alignment between control, risk, and process</a:t>
            </a:r>
          </a:p>
          <a:p>
            <a:pPr marL="0" marR="0" lvl="0" indent="0" algn="l" defTabSz="932449" rtl="0" eaLnBrk="1" fontAlgn="base" latinLnBrk="0" hangingPunct="1">
              <a:lnSpc>
                <a:spcPct val="100000"/>
              </a:lnSpc>
              <a:spcBef>
                <a:spcPct val="0"/>
              </a:spcBef>
              <a:spcAft>
                <a:spcPts val="600"/>
              </a:spcAft>
              <a:buClr>
                <a:srgbClr val="000000"/>
              </a:buClr>
              <a:buSzTx/>
              <a:buFont typeface="Arial"/>
              <a:buNone/>
              <a:tabLst/>
              <a:defRPr/>
            </a:pPr>
            <a:r>
              <a:rPr kumimoji="0" lang="en-US" sz="900" b="1" i="0" u="none" strike="noStrike" kern="1200" cap="none" spc="0" normalizeH="0" baseline="0" noProof="0">
                <a:ln>
                  <a:noFill/>
                </a:ln>
                <a:solidFill>
                  <a:srgbClr val="000000"/>
                </a:solidFill>
                <a:effectLst/>
                <a:uLnTx/>
                <a:uFillTx/>
                <a:latin typeface="Arial"/>
                <a:cs typeface="Arial"/>
                <a:sym typeface="Arial"/>
              </a:rPr>
              <a:t>AI Agents </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Agents analyze the control description, risk statement, and any related control documentation uploaded by the user</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Agents normalize and classify metadata (e.g., process name, frequency, owner) from inventory, policies, procedures and evidence </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Establish baseline mapping of process ↔ risk ↔ control</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Identifying if the control is relevant to risk statement</a:t>
            </a:r>
          </a:p>
        </p:txBody>
      </p:sp>
      <p:sp>
        <p:nvSpPr>
          <p:cNvPr id="66" name="Rectangle 65">
            <a:extLst>
              <a:ext uri="{FF2B5EF4-FFF2-40B4-BE49-F238E27FC236}">
                <a16:creationId xmlns:a16="http://schemas.microsoft.com/office/drawing/2014/main" id="{CE560E33-FA9C-E125-3E59-1CC2CF936CF6}"/>
              </a:ext>
            </a:extLst>
          </p:cNvPr>
          <p:cNvSpPr/>
          <p:nvPr/>
        </p:nvSpPr>
        <p:spPr bwMode="auto">
          <a:xfrm>
            <a:off x="8973251" y="2021695"/>
            <a:ext cx="2729373" cy="26930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32449" rtl="0" eaLnBrk="1" fontAlgn="base" latinLnBrk="0" hangingPunct="1">
              <a:lnSpc>
                <a:spcPct val="100000"/>
              </a:lnSpc>
              <a:spcBef>
                <a:spcPct val="0"/>
              </a:spcBef>
              <a:spcAft>
                <a:spcPts val="600"/>
              </a:spcAft>
              <a:buClr>
                <a:srgbClr val="000000"/>
              </a:buClr>
              <a:buSzTx/>
              <a:buFont typeface="Arial"/>
              <a:buNone/>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Use multi-agent reasoning to compare expected and actual results, identify gaps, and guide next steps</a:t>
            </a:r>
          </a:p>
          <a:p>
            <a:pPr marL="0" marR="0" lvl="0" indent="0" algn="l" defTabSz="932449" rtl="0" eaLnBrk="1" fontAlgn="base" latinLnBrk="0" hangingPunct="1">
              <a:lnSpc>
                <a:spcPct val="100000"/>
              </a:lnSpc>
              <a:spcBef>
                <a:spcPct val="0"/>
              </a:spcBef>
              <a:spcAft>
                <a:spcPts val="600"/>
              </a:spcAft>
              <a:buClr>
                <a:srgbClr val="000000"/>
              </a:buClr>
              <a:buSzTx/>
              <a:buFont typeface="Arial"/>
              <a:buNone/>
              <a:tabLst/>
              <a:defRPr/>
            </a:pPr>
            <a:r>
              <a:rPr kumimoji="0" lang="en-US" sz="900" b="1" i="0" u="none" strike="noStrike" kern="1200" cap="none" spc="0" normalizeH="0" baseline="0" noProof="0">
                <a:ln>
                  <a:noFill/>
                </a:ln>
                <a:solidFill>
                  <a:srgbClr val="000000"/>
                </a:solidFill>
                <a:effectLst/>
                <a:uLnTx/>
                <a:uFillTx/>
                <a:latin typeface="Arial"/>
                <a:cs typeface="Arial"/>
                <a:sym typeface="Arial"/>
              </a:rPr>
              <a:t>AI Agents </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Compare control metadata vs. expected timing</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Identify frequency and coverage gaps </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Control coverage (e.g. one risk to many controls)</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Evaluate if control is designed to sufficiently mitigate intended risk(s)</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Assess if the control is operated by the appropriate party</a:t>
            </a:r>
          </a:p>
          <a:p>
            <a:pPr marL="118872" marR="0" lvl="0" indent="-118872" algn="l" defTabSz="932449" rtl="0" eaLnBrk="1" fontAlgn="base" latinLnBrk="0" hangingPunct="1">
              <a:lnSpc>
                <a:spcPct val="100000"/>
              </a:lnSpc>
              <a:spcBef>
                <a:spcPct val="0"/>
              </a:spcBef>
              <a:spcAft>
                <a:spcPts val="600"/>
              </a:spcAft>
              <a:buClr>
                <a:srgbClr val="000000"/>
              </a:buClr>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cs typeface="Arial"/>
                <a:sym typeface="Arial"/>
              </a:rPr>
              <a:t>Evaluate appropriateness of control timing, timeliness, and frequency of operation</a:t>
            </a:r>
          </a:p>
        </p:txBody>
      </p:sp>
      <p:grpSp>
        <p:nvGrpSpPr>
          <p:cNvPr id="78" name="Group 77">
            <a:extLst>
              <a:ext uri="{FF2B5EF4-FFF2-40B4-BE49-F238E27FC236}">
                <a16:creationId xmlns:a16="http://schemas.microsoft.com/office/drawing/2014/main" id="{74629F81-08B8-0272-B3C3-813C1C3F9B4D}"/>
              </a:ext>
            </a:extLst>
          </p:cNvPr>
          <p:cNvGrpSpPr/>
          <p:nvPr/>
        </p:nvGrpSpPr>
        <p:grpSpPr>
          <a:xfrm>
            <a:off x="6028264" y="2087880"/>
            <a:ext cx="2890873" cy="2590800"/>
            <a:chOff x="6096000" y="1426464"/>
            <a:chExt cx="2890873" cy="3288276"/>
          </a:xfrm>
        </p:grpSpPr>
        <p:cxnSp>
          <p:nvCxnSpPr>
            <p:cNvPr id="68" name="Straight Connector 67">
              <a:extLst>
                <a:ext uri="{FF2B5EF4-FFF2-40B4-BE49-F238E27FC236}">
                  <a16:creationId xmlns:a16="http://schemas.microsoft.com/office/drawing/2014/main" id="{BB73BD14-5B19-1E1B-8E07-4B77839880A5}"/>
                </a:ext>
              </a:extLst>
            </p:cNvPr>
            <p:cNvCxnSpPr/>
            <p:nvPr/>
          </p:nvCxnSpPr>
          <p:spPr>
            <a:xfrm>
              <a:off x="6096000" y="1426464"/>
              <a:ext cx="0" cy="3288276"/>
            </a:xfrm>
            <a:prstGeom prst="line">
              <a:avLst/>
            </a:prstGeom>
            <a:ln w="9525">
              <a:solidFill>
                <a:schemeClr val="accent6"/>
              </a:solidFill>
              <a:prstDash val="dash"/>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34A41664-1216-F2B6-218F-2DF5442C931F}"/>
                </a:ext>
              </a:extLst>
            </p:cNvPr>
            <p:cNvCxnSpPr/>
            <p:nvPr/>
          </p:nvCxnSpPr>
          <p:spPr>
            <a:xfrm>
              <a:off x="8986873" y="1426464"/>
              <a:ext cx="0" cy="3288276"/>
            </a:xfrm>
            <a:prstGeom prst="line">
              <a:avLst/>
            </a:prstGeom>
            <a:ln w="9525">
              <a:solidFill>
                <a:schemeClr val="accent6"/>
              </a:solidFill>
              <a:prstDash val="dash"/>
            </a:ln>
          </p:spPr>
          <p:style>
            <a:lnRef idx="2">
              <a:schemeClr val="accent1"/>
            </a:lnRef>
            <a:fillRef idx="0">
              <a:schemeClr val="accent1"/>
            </a:fillRef>
            <a:effectRef idx="1">
              <a:schemeClr val="accent1"/>
            </a:effectRef>
            <a:fontRef idx="minor">
              <a:schemeClr val="tx1"/>
            </a:fontRef>
          </p:style>
        </p:cxnSp>
      </p:grpSp>
      <p:sp>
        <p:nvSpPr>
          <p:cNvPr id="79" name="Rectangle 78">
            <a:extLst>
              <a:ext uri="{FF2B5EF4-FFF2-40B4-BE49-F238E27FC236}">
                <a16:creationId xmlns:a16="http://schemas.microsoft.com/office/drawing/2014/main" id="{E5350948-8CC0-0ECC-C994-DC5C0C6C033A}"/>
              </a:ext>
            </a:extLst>
          </p:cNvPr>
          <p:cNvSpPr/>
          <p:nvPr/>
        </p:nvSpPr>
        <p:spPr>
          <a:xfrm>
            <a:off x="5949350" y="1865456"/>
            <a:ext cx="157692" cy="1576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0176D88B-CADF-72E1-0295-1D9B2D342847}"/>
              </a:ext>
            </a:extLst>
          </p:cNvPr>
          <p:cNvSpPr/>
          <p:nvPr/>
        </p:nvSpPr>
        <p:spPr>
          <a:xfrm>
            <a:off x="8839311" y="1865456"/>
            <a:ext cx="157692" cy="1576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67F62220-A3FD-EBD4-9C08-D575A145CE54}"/>
              </a:ext>
            </a:extLst>
          </p:cNvPr>
          <p:cNvSpPr/>
          <p:nvPr/>
        </p:nvSpPr>
        <p:spPr>
          <a:xfrm>
            <a:off x="5949350" y="4711836"/>
            <a:ext cx="157692" cy="1576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3844BAA5-8523-67E0-5BDF-80E8BD630AA4}"/>
              </a:ext>
            </a:extLst>
          </p:cNvPr>
          <p:cNvSpPr/>
          <p:nvPr/>
        </p:nvSpPr>
        <p:spPr>
          <a:xfrm>
            <a:off x="8839311" y="4711836"/>
            <a:ext cx="157692" cy="1576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47B7394C-5186-DFB9-11CC-23ECEA824A3C}"/>
              </a:ext>
            </a:extLst>
          </p:cNvPr>
          <p:cNvSpPr/>
          <p:nvPr/>
        </p:nvSpPr>
        <p:spPr>
          <a:xfrm>
            <a:off x="11682866" y="3289372"/>
            <a:ext cx="157692" cy="1576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Arrow: Chevron 89">
            <a:extLst>
              <a:ext uri="{FF2B5EF4-FFF2-40B4-BE49-F238E27FC236}">
                <a16:creationId xmlns:a16="http://schemas.microsoft.com/office/drawing/2014/main" id="{88F8CD7E-91ED-282F-A178-B9126EC33FA6}"/>
              </a:ext>
            </a:extLst>
          </p:cNvPr>
          <p:cNvSpPr/>
          <p:nvPr/>
        </p:nvSpPr>
        <p:spPr>
          <a:xfrm>
            <a:off x="5990459" y="1891428"/>
            <a:ext cx="75474" cy="105746"/>
          </a:xfrm>
          <a:prstGeom prst="chevr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1" name="Arrow: Chevron 90">
            <a:extLst>
              <a:ext uri="{FF2B5EF4-FFF2-40B4-BE49-F238E27FC236}">
                <a16:creationId xmlns:a16="http://schemas.microsoft.com/office/drawing/2014/main" id="{BF62CC7F-DBB6-C293-EEB9-FDCA816DA408}"/>
              </a:ext>
            </a:extLst>
          </p:cNvPr>
          <p:cNvSpPr/>
          <p:nvPr/>
        </p:nvSpPr>
        <p:spPr>
          <a:xfrm>
            <a:off x="8880420" y="1891428"/>
            <a:ext cx="75474" cy="105746"/>
          </a:xfrm>
          <a:prstGeom prst="chevr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4" name="Arrow: Chevron 93">
            <a:extLst>
              <a:ext uri="{FF2B5EF4-FFF2-40B4-BE49-F238E27FC236}">
                <a16:creationId xmlns:a16="http://schemas.microsoft.com/office/drawing/2014/main" id="{0B661840-109F-C7F5-134F-32D87AF8A9A1}"/>
              </a:ext>
            </a:extLst>
          </p:cNvPr>
          <p:cNvSpPr/>
          <p:nvPr/>
        </p:nvSpPr>
        <p:spPr>
          <a:xfrm flipH="1">
            <a:off x="5990459" y="4737808"/>
            <a:ext cx="75474" cy="105746"/>
          </a:xfrm>
          <a:prstGeom prst="chevr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5" name="Arrow: Chevron 94">
            <a:extLst>
              <a:ext uri="{FF2B5EF4-FFF2-40B4-BE49-F238E27FC236}">
                <a16:creationId xmlns:a16="http://schemas.microsoft.com/office/drawing/2014/main" id="{040A7B3A-1AEF-7264-862B-DFAA21F02403}"/>
              </a:ext>
            </a:extLst>
          </p:cNvPr>
          <p:cNvSpPr/>
          <p:nvPr/>
        </p:nvSpPr>
        <p:spPr>
          <a:xfrm flipH="1">
            <a:off x="8880420" y="4737808"/>
            <a:ext cx="75474" cy="105746"/>
          </a:xfrm>
          <a:prstGeom prst="chevr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6" name="Arrow: Chevron 95">
            <a:extLst>
              <a:ext uri="{FF2B5EF4-FFF2-40B4-BE49-F238E27FC236}">
                <a16:creationId xmlns:a16="http://schemas.microsoft.com/office/drawing/2014/main" id="{D54B121A-4881-CEE0-54BE-DD06DE265A0F}"/>
              </a:ext>
            </a:extLst>
          </p:cNvPr>
          <p:cNvSpPr/>
          <p:nvPr/>
        </p:nvSpPr>
        <p:spPr>
          <a:xfrm rot="5400000">
            <a:off x="11723975" y="3315344"/>
            <a:ext cx="75474" cy="105746"/>
          </a:xfrm>
          <a:prstGeom prst="chevr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7" name="Rectangle 96">
            <a:extLst>
              <a:ext uri="{FF2B5EF4-FFF2-40B4-BE49-F238E27FC236}">
                <a16:creationId xmlns:a16="http://schemas.microsoft.com/office/drawing/2014/main" id="{0CA76E98-56C2-BFE9-5ED1-347764B80F71}"/>
              </a:ext>
            </a:extLst>
          </p:cNvPr>
          <p:cNvSpPr/>
          <p:nvPr/>
        </p:nvSpPr>
        <p:spPr bwMode="auto">
          <a:xfrm>
            <a:off x="370064" y="4927600"/>
            <a:ext cx="5077836" cy="1397000"/>
          </a:xfrm>
          <a:prstGeom prst="rect">
            <a:avLst/>
          </a:prstGeom>
          <a:solidFill>
            <a:srgbClr val="F5F7F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200"/>
              </a:spcAft>
              <a:buClr>
                <a:srgbClr val="000000"/>
              </a:buClr>
              <a:buSzTx/>
              <a:buFont typeface="Arial"/>
              <a:buNone/>
              <a:tabLst/>
              <a:defRPr/>
            </a:pPr>
            <a:r>
              <a:rPr kumimoji="0" lang="en-US" sz="1000" b="1" i="0" u="none" strike="noStrike" kern="1200" cap="none" spc="0" normalizeH="0" baseline="0" noProof="0">
                <a:ln>
                  <a:noFill/>
                </a:ln>
                <a:solidFill>
                  <a:srgbClr val="000000"/>
                </a:solidFill>
                <a:effectLst/>
                <a:uLnTx/>
                <a:uFillTx/>
                <a:latin typeface="+mn-lt"/>
                <a:cs typeface="Arial"/>
                <a:sym typeface="Arial"/>
              </a:rPr>
              <a:t>Output </a:t>
            </a:r>
          </a:p>
          <a:p>
            <a:pPr marL="0" marR="0" lvl="0" indent="0" algn="l" defTabSz="914400" rtl="0" eaLnBrk="1" fontAlgn="auto" latinLnBrk="0" hangingPunct="1">
              <a:lnSpc>
                <a:spcPct val="100000"/>
              </a:lnSpc>
              <a:spcBef>
                <a:spcPts val="0"/>
              </a:spcBef>
              <a:spcAft>
                <a:spcPts val="200"/>
              </a:spcAft>
              <a:buClr>
                <a:srgbClr val="000000"/>
              </a:buClr>
              <a:buSzTx/>
              <a:buFont typeface="Arial"/>
              <a:buNone/>
              <a:tabLst/>
              <a:defRPr/>
            </a:pPr>
            <a:r>
              <a:rPr kumimoji="0" lang="en-US" sz="1000" b="0" i="0" u="none" strike="noStrike" kern="1200" cap="none" spc="0" normalizeH="0" baseline="0" noProof="0">
                <a:ln>
                  <a:noFill/>
                </a:ln>
                <a:solidFill>
                  <a:srgbClr val="000000"/>
                </a:solidFill>
                <a:effectLst/>
                <a:uLnTx/>
                <a:uFillTx/>
                <a:latin typeface="+mn-lt"/>
                <a:cs typeface="Arial"/>
                <a:sym typeface="Arial"/>
              </a:rPr>
              <a:t>A consolidated view that brings together AI outputs, evidence and reasoning </a:t>
            </a:r>
            <a:br>
              <a:rPr kumimoji="0" lang="en-US" sz="1000" b="0" i="0" u="none" strike="noStrike" kern="1200" cap="none" spc="0" normalizeH="0" baseline="0" noProof="0">
                <a:ln>
                  <a:noFill/>
                </a:ln>
                <a:solidFill>
                  <a:srgbClr val="000000"/>
                </a:solidFill>
                <a:effectLst/>
                <a:uLnTx/>
                <a:uFillTx/>
                <a:latin typeface="+mn-lt"/>
                <a:cs typeface="Arial"/>
                <a:sym typeface="Arial"/>
              </a:rPr>
            </a:br>
            <a:r>
              <a:rPr kumimoji="0" lang="en-US" sz="1000" b="0" i="0" u="none" strike="noStrike" kern="1200" cap="none" spc="0" normalizeH="0" baseline="0" noProof="0">
                <a:ln>
                  <a:noFill/>
                </a:ln>
                <a:solidFill>
                  <a:srgbClr val="000000"/>
                </a:solidFill>
                <a:effectLst/>
                <a:uLnTx/>
                <a:uFillTx/>
                <a:latin typeface="+mn-lt"/>
                <a:cs typeface="Arial"/>
                <a:sym typeface="Arial"/>
              </a:rPr>
              <a:t>for end user review and traceability.  The potential gaps and dependencies identified by the agents accelerate the walkthrough process and serve as “blueprint” for Operating Effectiveness (OE) testing.</a:t>
            </a:r>
            <a:endParaRPr kumimoji="0" lang="en-US" sz="1000" b="0" i="0" u="none" strike="noStrike" kern="1200" cap="none" spc="0" normalizeH="0" baseline="0" noProof="0">
              <a:ln>
                <a:noFill/>
              </a:ln>
              <a:solidFill>
                <a:srgbClr val="000000"/>
              </a:solidFill>
              <a:effectLst/>
              <a:uLnTx/>
              <a:uFillTx/>
              <a:latin typeface="+mn-lt"/>
              <a:cs typeface="Segoe Sans Display"/>
              <a:sym typeface="Arial"/>
            </a:endParaRPr>
          </a:p>
        </p:txBody>
      </p:sp>
      <p:sp>
        <p:nvSpPr>
          <p:cNvPr id="98" name="Rectangle 97">
            <a:extLst>
              <a:ext uri="{FF2B5EF4-FFF2-40B4-BE49-F238E27FC236}">
                <a16:creationId xmlns:a16="http://schemas.microsoft.com/office/drawing/2014/main" id="{D82DF881-8A82-4490-5164-4363D3559DFE}"/>
              </a:ext>
            </a:extLst>
          </p:cNvPr>
          <p:cNvSpPr/>
          <p:nvPr/>
        </p:nvSpPr>
        <p:spPr>
          <a:xfrm>
            <a:off x="2026153" y="5746967"/>
            <a:ext cx="2267107" cy="20291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Arial"/>
                <a:ea typeface="+mn-ea"/>
                <a:cs typeface="+mn-cs"/>
              </a:rPr>
              <a:t>Control Design Assessment Digital Workpaper </a:t>
            </a:r>
          </a:p>
        </p:txBody>
      </p:sp>
      <p:grpSp>
        <p:nvGrpSpPr>
          <p:cNvPr id="102" name="Group 101">
            <a:extLst>
              <a:ext uri="{FF2B5EF4-FFF2-40B4-BE49-F238E27FC236}">
                <a16:creationId xmlns:a16="http://schemas.microsoft.com/office/drawing/2014/main" id="{71C98945-7CD9-1449-2C3D-2E8A3D3CC8EE}"/>
              </a:ext>
            </a:extLst>
          </p:cNvPr>
          <p:cNvGrpSpPr/>
          <p:nvPr/>
        </p:nvGrpSpPr>
        <p:grpSpPr>
          <a:xfrm>
            <a:off x="1009217" y="6071024"/>
            <a:ext cx="4300979" cy="202917"/>
            <a:chOff x="501844" y="6020224"/>
            <a:chExt cx="4300979" cy="202917"/>
          </a:xfrm>
          <a:solidFill>
            <a:schemeClr val="accent5"/>
          </a:solidFill>
        </p:grpSpPr>
        <p:sp>
          <p:nvSpPr>
            <p:cNvPr id="99" name="Rectangle 98">
              <a:extLst>
                <a:ext uri="{FF2B5EF4-FFF2-40B4-BE49-F238E27FC236}">
                  <a16:creationId xmlns:a16="http://schemas.microsoft.com/office/drawing/2014/main" id="{E5AE8969-A447-E016-124A-232514193140}"/>
                </a:ext>
              </a:extLst>
            </p:cNvPr>
            <p:cNvSpPr/>
            <p:nvPr/>
          </p:nvSpPr>
          <p:spPr>
            <a:xfrm>
              <a:off x="501844" y="6020224"/>
              <a:ext cx="1828800" cy="20291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Arial"/>
                  <a:ea typeface="+mn-ea"/>
                  <a:cs typeface="+mn-cs"/>
                </a:rPr>
                <a:t>Accelerated Walkthrough </a:t>
              </a:r>
            </a:p>
          </p:txBody>
        </p:sp>
        <p:sp>
          <p:nvSpPr>
            <p:cNvPr id="101" name="Rectangle 100">
              <a:extLst>
                <a:ext uri="{FF2B5EF4-FFF2-40B4-BE49-F238E27FC236}">
                  <a16:creationId xmlns:a16="http://schemas.microsoft.com/office/drawing/2014/main" id="{28DA61BC-9831-F1D6-18A3-A32E896CFDF5}"/>
                </a:ext>
              </a:extLst>
            </p:cNvPr>
            <p:cNvSpPr/>
            <p:nvPr/>
          </p:nvSpPr>
          <p:spPr>
            <a:xfrm>
              <a:off x="2974023" y="6020224"/>
              <a:ext cx="1828800" cy="20291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Arial"/>
                  <a:ea typeface="+mn-ea"/>
                  <a:cs typeface="+mn-cs"/>
                </a:rPr>
                <a:t>Operating Effectiveness Testing</a:t>
              </a:r>
            </a:p>
          </p:txBody>
        </p:sp>
      </p:grpSp>
      <p:cxnSp>
        <p:nvCxnSpPr>
          <p:cNvPr id="104" name="Connector: Elbow 103">
            <a:extLst>
              <a:ext uri="{FF2B5EF4-FFF2-40B4-BE49-F238E27FC236}">
                <a16:creationId xmlns:a16="http://schemas.microsoft.com/office/drawing/2014/main" id="{1CC373E7-0DE5-8A6D-0C4D-BC87BB604948}"/>
              </a:ext>
            </a:extLst>
          </p:cNvPr>
          <p:cNvCxnSpPr>
            <a:cxnSpLocks/>
            <a:stCxn id="98" idx="2"/>
            <a:endCxn id="99" idx="0"/>
          </p:cNvCxnSpPr>
          <p:nvPr/>
        </p:nvCxnSpPr>
        <p:spPr>
          <a:xfrm rot="5400000">
            <a:off x="2481092" y="5392409"/>
            <a:ext cx="121140" cy="1236090"/>
          </a:xfrm>
          <a:prstGeom prst="bentConnector3">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9" name="Connector: Elbow 108">
            <a:extLst>
              <a:ext uri="{FF2B5EF4-FFF2-40B4-BE49-F238E27FC236}">
                <a16:creationId xmlns:a16="http://schemas.microsoft.com/office/drawing/2014/main" id="{6844DF3E-7361-8461-CF58-F721C5B51596}"/>
              </a:ext>
            </a:extLst>
          </p:cNvPr>
          <p:cNvCxnSpPr>
            <a:cxnSpLocks/>
            <a:stCxn id="98" idx="2"/>
            <a:endCxn id="101" idx="0"/>
          </p:cNvCxnSpPr>
          <p:nvPr/>
        </p:nvCxnSpPr>
        <p:spPr>
          <a:xfrm rot="16200000" flipH="1">
            <a:off x="3717181" y="5392409"/>
            <a:ext cx="121140" cy="1236089"/>
          </a:xfrm>
          <a:prstGeom prst="bentConnector3">
            <a:avLst>
              <a:gd name="adj1" fmla="val 50000"/>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12" name="TextBox 111">
            <a:extLst>
              <a:ext uri="{FF2B5EF4-FFF2-40B4-BE49-F238E27FC236}">
                <a16:creationId xmlns:a16="http://schemas.microsoft.com/office/drawing/2014/main" id="{1103B178-7932-E926-6353-4907580E5A9B}"/>
              </a:ext>
            </a:extLst>
          </p:cNvPr>
          <p:cNvSpPr txBox="1"/>
          <p:nvPr/>
        </p:nvSpPr>
        <p:spPr>
          <a:xfrm>
            <a:off x="5557477" y="4927600"/>
            <a:ext cx="2880181" cy="1397000"/>
          </a:xfrm>
          <a:prstGeom prst="rect">
            <a:avLst/>
          </a:prstGeom>
          <a:solidFill>
            <a:srgbClr val="DFE3E6"/>
          </a:solidFill>
          <a:ln w="19050">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t" anchorCtr="0">
            <a:noAutofit/>
          </a:bodyPr>
          <a:lstStyle/>
          <a:p>
            <a:pPr marL="0" marR="0" lvl="0" indent="0" defTabSz="533400" rtl="0" eaLnBrk="1" fontAlgn="auto" latinLnBrk="0" hangingPunct="1">
              <a:spcBef>
                <a:spcPct val="0"/>
              </a:spcBef>
              <a:spcAft>
                <a:spcPts val="200"/>
              </a:spcAft>
              <a:buClrTx/>
              <a:buSzTx/>
              <a:buFontTx/>
              <a:buNone/>
              <a:tabLst/>
              <a:defRPr/>
            </a:pPr>
            <a:r>
              <a:rPr kumimoji="0" lang="en-US" sz="1000" b="1" i="0" u="none" strike="noStrike" kern="1200" cap="none" spc="0" normalizeH="0" baseline="0" noProof="0">
                <a:ln>
                  <a:noFill/>
                </a:ln>
                <a:solidFill>
                  <a:sysClr val="windowText" lastClr="000000"/>
                </a:solidFill>
                <a:effectLst/>
                <a:uLnTx/>
                <a:uFillTx/>
                <a:ea typeface="+mn-ea"/>
                <a:cs typeface="+mn-cs"/>
              </a:rPr>
              <a:t>Summarize and Opine </a:t>
            </a:r>
          </a:p>
          <a:p>
            <a:pPr marL="0" marR="0" lvl="0" indent="0" defTabSz="533400" rtl="0" eaLnBrk="1" fontAlgn="auto" latinLnBrk="0" hangingPunct="1">
              <a:spcBef>
                <a:spcPct val="0"/>
              </a:spcBef>
              <a:spcAft>
                <a:spcPts val="200"/>
              </a:spcAft>
              <a:buClrTx/>
              <a:buSzTx/>
              <a:buFontTx/>
              <a:buNone/>
              <a:tabLst/>
              <a:defRPr/>
            </a:pPr>
            <a:r>
              <a:rPr kumimoji="0" lang="en-US" sz="800" i="0" u="none" strike="noStrike" kern="1200" cap="none" spc="0" normalizeH="0" baseline="0" noProof="0">
                <a:ln>
                  <a:noFill/>
                </a:ln>
                <a:solidFill>
                  <a:sysClr val="windowText" lastClr="000000"/>
                </a:solidFill>
                <a:effectLst/>
                <a:uLnTx/>
                <a:uFillTx/>
                <a:ea typeface="+mn-ea"/>
                <a:cs typeface="+mn-cs"/>
              </a:rPr>
              <a:t>AI-generated summaries are transformed into explainable insights for Independent validation</a:t>
            </a:r>
          </a:p>
          <a:p>
            <a:pPr marL="0" marR="0" lvl="0" indent="0" defTabSz="533400" rtl="0" eaLnBrk="1" fontAlgn="auto" latinLnBrk="0" hangingPunct="1">
              <a:spcBef>
                <a:spcPct val="0"/>
              </a:spcBef>
              <a:spcAft>
                <a:spcPts val="200"/>
              </a:spcAft>
              <a:buClrTx/>
              <a:buSzTx/>
              <a:buFontTx/>
              <a:buNone/>
              <a:tabLst/>
              <a:defRPr/>
            </a:pPr>
            <a:r>
              <a:rPr kumimoji="0" lang="en-US" sz="800" b="1" i="0" u="none" strike="noStrike" kern="1200" cap="none" spc="0" normalizeH="0" baseline="0" noProof="0">
                <a:ln>
                  <a:noFill/>
                </a:ln>
                <a:solidFill>
                  <a:sysClr val="windowText" lastClr="000000"/>
                </a:solidFill>
                <a:effectLst/>
                <a:uLnTx/>
                <a:uFillTx/>
                <a:ea typeface="+mn-ea"/>
                <a:cs typeface="+mn-cs"/>
              </a:rPr>
              <a:t>AI Agents:</a:t>
            </a:r>
          </a:p>
          <a:p>
            <a:pPr marL="118872" marR="0" lvl="0" indent="-118872" defTabSz="533400" rtl="0" eaLnBrk="1" fontAlgn="auto" latinLnBrk="0" hangingPunct="1">
              <a:spcBef>
                <a:spcPct val="0"/>
              </a:spcBef>
              <a:spcAft>
                <a:spcPts val="200"/>
              </a:spcAft>
              <a:buClrTx/>
              <a:buSzTx/>
              <a:buFont typeface="Arial" panose="020B0604020202020204" pitchFamily="34" charset="0"/>
              <a:buChar char="•"/>
              <a:tabLst/>
              <a:defRPr/>
            </a:pPr>
            <a:r>
              <a:rPr kumimoji="0" lang="en-US" sz="800" i="0" u="none" strike="noStrike" kern="1200" cap="none" spc="0" normalizeH="0" baseline="0" noProof="0">
                <a:ln>
                  <a:noFill/>
                </a:ln>
                <a:solidFill>
                  <a:sysClr val="windowText" lastClr="000000"/>
                </a:solidFill>
                <a:effectLst/>
                <a:uLnTx/>
                <a:uFillTx/>
                <a:ea typeface="+mn-ea"/>
                <a:cs typeface="+mn-cs"/>
              </a:rPr>
              <a:t>Agent synthesizes control evaluation outcomes</a:t>
            </a:r>
          </a:p>
          <a:p>
            <a:pPr marL="118872" marR="0" lvl="0" indent="-118872" defTabSz="533400" rtl="0" eaLnBrk="1" fontAlgn="auto" latinLnBrk="0" hangingPunct="1">
              <a:spcBef>
                <a:spcPct val="0"/>
              </a:spcBef>
              <a:spcAft>
                <a:spcPts val="200"/>
              </a:spcAft>
              <a:buClrTx/>
              <a:buSzTx/>
              <a:buFont typeface="Arial" panose="020B0604020202020204" pitchFamily="34" charset="0"/>
              <a:buChar char="•"/>
              <a:tabLst/>
              <a:defRPr/>
            </a:pPr>
            <a:r>
              <a:rPr kumimoji="0" lang="en-US" sz="800" i="0" u="none" strike="noStrike" kern="1200" cap="none" spc="0" normalizeH="0" baseline="0" noProof="0">
                <a:ln>
                  <a:noFill/>
                </a:ln>
                <a:solidFill>
                  <a:sysClr val="windowText" lastClr="000000"/>
                </a:solidFill>
                <a:effectLst/>
                <a:uLnTx/>
                <a:uFillTx/>
                <a:ea typeface="+mn-ea"/>
                <a:cs typeface="+mn-cs"/>
              </a:rPr>
              <a:t>Agent captures SME review comments, overrides, and calibrated feedback for consideration in future </a:t>
            </a:r>
            <a:r>
              <a:rPr kumimoji="0" lang="en-US" sz="800" b="1" i="0" u="none" strike="noStrike" kern="1200" cap="none" spc="0" normalizeH="0" baseline="0" noProof="0">
                <a:ln>
                  <a:noFill/>
                </a:ln>
                <a:solidFill>
                  <a:sysClr val="windowText" lastClr="000000"/>
                </a:solidFill>
                <a:effectLst/>
                <a:uLnTx/>
                <a:uFillTx/>
                <a:ea typeface="+mn-ea"/>
                <a:cs typeface="+mn-cs"/>
              </a:rPr>
              <a:t>model refinement </a:t>
            </a:r>
          </a:p>
          <a:p>
            <a:pPr marL="0" marR="0" lvl="0" indent="0" defTabSz="533400" rtl="0" eaLnBrk="1" fontAlgn="auto" latinLnBrk="0" hangingPunct="1">
              <a:spcBef>
                <a:spcPct val="0"/>
              </a:spcBef>
              <a:spcAft>
                <a:spcPts val="200"/>
              </a:spcAft>
              <a:buClrTx/>
              <a:buSzTx/>
              <a:buFontTx/>
              <a:buNone/>
              <a:tabLst/>
              <a:defRPr/>
            </a:pPr>
            <a:endParaRPr kumimoji="0" lang="en-US" sz="1000" b="1" i="0" u="none" strike="noStrike" kern="1200" cap="none" spc="0" normalizeH="0" baseline="0" noProof="0">
              <a:ln>
                <a:noFill/>
              </a:ln>
              <a:solidFill>
                <a:sysClr val="windowText" lastClr="000000"/>
              </a:solidFill>
              <a:effectLst/>
              <a:uLnTx/>
              <a:uFillTx/>
              <a:ea typeface="+mn-ea"/>
              <a:cs typeface="+mn-cs"/>
            </a:endParaRPr>
          </a:p>
        </p:txBody>
      </p:sp>
      <p:sp>
        <p:nvSpPr>
          <p:cNvPr id="113" name="TextBox 112">
            <a:extLst>
              <a:ext uri="{FF2B5EF4-FFF2-40B4-BE49-F238E27FC236}">
                <a16:creationId xmlns:a16="http://schemas.microsoft.com/office/drawing/2014/main" id="{4DFC3115-9D18-4020-63F6-FF508813FF31}"/>
              </a:ext>
            </a:extLst>
          </p:cNvPr>
          <p:cNvSpPr txBox="1"/>
          <p:nvPr/>
        </p:nvSpPr>
        <p:spPr>
          <a:xfrm>
            <a:off x="8547234" y="4927600"/>
            <a:ext cx="3274636" cy="1397000"/>
          </a:xfrm>
          <a:prstGeom prst="rect">
            <a:avLst/>
          </a:prstGeom>
          <a:solidFill>
            <a:srgbClr val="DFE3E6"/>
          </a:solidFill>
          <a:ln w="19050">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t" anchorCtr="0">
            <a:noAutofit/>
          </a:bodyPr>
          <a:lstStyle/>
          <a:p>
            <a:pPr marL="0" marR="0" lvl="0" indent="0" defTabSz="533400" rtl="0" eaLnBrk="1" fontAlgn="auto" latinLnBrk="0" hangingPunct="1">
              <a:spcBef>
                <a:spcPct val="0"/>
              </a:spcBef>
              <a:spcAft>
                <a:spcPts val="200"/>
              </a:spcAft>
              <a:buClrTx/>
              <a:buSzTx/>
              <a:buFontTx/>
              <a:buNone/>
              <a:tabLst/>
              <a:defRPr/>
            </a:pPr>
            <a:r>
              <a:rPr kumimoji="0" lang="en-US" sz="1000" b="1" i="0" u="none" strike="noStrike" kern="1200" cap="none" spc="0" normalizeH="0" baseline="0" noProof="0">
                <a:ln>
                  <a:noFill/>
                </a:ln>
                <a:solidFill>
                  <a:sysClr val="windowText" lastClr="000000"/>
                </a:solidFill>
                <a:effectLst/>
                <a:uLnTx/>
                <a:uFillTx/>
                <a:ea typeface="+mn-ea"/>
                <a:cs typeface="+mn-cs"/>
              </a:rPr>
              <a:t>Coherence &amp; Validation</a:t>
            </a:r>
          </a:p>
          <a:p>
            <a:pPr marL="0" indent="0" defTabSz="533400">
              <a:spcBef>
                <a:spcPct val="0"/>
              </a:spcBef>
              <a:spcAft>
                <a:spcPts val="200"/>
              </a:spcAft>
              <a:buFontTx/>
              <a:buNone/>
              <a:defRPr/>
            </a:pPr>
            <a:r>
              <a:rPr lang="en-US" sz="800">
                <a:solidFill>
                  <a:sysClr val="windowText" lastClr="000000"/>
                </a:solidFill>
              </a:rPr>
              <a:t>Cross-validates multi-agent outputs for consistency, traceability and sufficiency; based on the context and structured evidence</a:t>
            </a:r>
          </a:p>
          <a:p>
            <a:pPr marL="0" indent="0" defTabSz="533400">
              <a:spcBef>
                <a:spcPct val="0"/>
              </a:spcBef>
              <a:spcAft>
                <a:spcPts val="200"/>
              </a:spcAft>
              <a:buFontTx/>
              <a:buNone/>
              <a:defRPr/>
            </a:pPr>
            <a:r>
              <a:rPr lang="en-US" sz="800" b="1">
                <a:solidFill>
                  <a:sysClr val="windowText" lastClr="000000"/>
                </a:solidFill>
              </a:rPr>
              <a:t>AI Agents </a:t>
            </a:r>
          </a:p>
          <a:p>
            <a:pPr marL="118872" indent="-118872" defTabSz="533400">
              <a:spcBef>
                <a:spcPct val="0"/>
              </a:spcBef>
              <a:spcAft>
                <a:spcPts val="200"/>
              </a:spcAft>
              <a:buFont typeface="Arial" panose="020B0604020202020204" pitchFamily="34" charset="0"/>
              <a:buChar char="•"/>
              <a:defRPr/>
            </a:pPr>
            <a:r>
              <a:rPr lang="en-US" sz="800">
                <a:solidFill>
                  <a:sysClr val="windowText" lastClr="000000"/>
                </a:solidFill>
              </a:rPr>
              <a:t>AI Agent cross-check results for control sufficiency and consistency</a:t>
            </a:r>
          </a:p>
          <a:p>
            <a:pPr marL="118872" indent="-118872" defTabSz="533400">
              <a:spcBef>
                <a:spcPct val="0"/>
              </a:spcBef>
              <a:spcAft>
                <a:spcPts val="200"/>
              </a:spcAft>
              <a:buFont typeface="Arial" panose="020B0604020202020204" pitchFamily="34" charset="0"/>
              <a:buChar char="•"/>
              <a:defRPr/>
            </a:pPr>
            <a:r>
              <a:rPr lang="en-US" sz="800">
                <a:solidFill>
                  <a:sysClr val="windowText" lastClr="000000"/>
                </a:solidFill>
              </a:rPr>
              <a:t>AI Agent evaluates if control would mitigate risk </a:t>
            </a:r>
            <a:r>
              <a:rPr lang="en-US" sz="800" b="1">
                <a:solidFill>
                  <a:sysClr val="windowText" lastClr="000000"/>
                </a:solidFill>
              </a:rPr>
              <a:t>if operated as designed</a:t>
            </a:r>
          </a:p>
          <a:p>
            <a:pPr marL="118872" indent="-118872" defTabSz="533400">
              <a:spcBef>
                <a:spcPct val="0"/>
              </a:spcBef>
              <a:spcAft>
                <a:spcPts val="200"/>
              </a:spcAft>
              <a:buFont typeface="Arial" panose="020B0604020202020204" pitchFamily="34" charset="0"/>
              <a:buChar char="•"/>
              <a:defRPr/>
            </a:pPr>
            <a:r>
              <a:rPr lang="en-US" sz="800" b="1">
                <a:solidFill>
                  <a:sysClr val="windowText" lastClr="000000"/>
                </a:solidFill>
              </a:rPr>
              <a:t>AI Agent </a:t>
            </a:r>
            <a:r>
              <a:rPr lang="en-US" sz="800">
                <a:solidFill>
                  <a:sysClr val="windowText" lastClr="000000"/>
                </a:solidFill>
              </a:rPr>
              <a:t>flags potential gaps and dependencies</a:t>
            </a:r>
          </a:p>
        </p:txBody>
      </p:sp>
      <p:sp>
        <p:nvSpPr>
          <p:cNvPr id="116" name="Freeform: Shape 115">
            <a:extLst>
              <a:ext uri="{FF2B5EF4-FFF2-40B4-BE49-F238E27FC236}">
                <a16:creationId xmlns:a16="http://schemas.microsoft.com/office/drawing/2014/main" id="{3E1029B5-D8A3-B168-BF05-A3797F6BDD16}"/>
              </a:ext>
            </a:extLst>
          </p:cNvPr>
          <p:cNvSpPr/>
          <p:nvPr/>
        </p:nvSpPr>
        <p:spPr>
          <a:xfrm>
            <a:off x="2698289" y="2891471"/>
            <a:ext cx="217241" cy="142240"/>
          </a:xfrm>
          <a:custGeom>
            <a:avLst/>
            <a:gdLst>
              <a:gd name="csX0" fmla="*/ 0 w 193040"/>
              <a:gd name="csY0" fmla="*/ 81280 h 142240"/>
              <a:gd name="csX1" fmla="*/ 50800 w 193040"/>
              <a:gd name="csY1" fmla="*/ 142240 h 142240"/>
              <a:gd name="csX2" fmla="*/ 193040 w 193040"/>
              <a:gd name="csY2" fmla="*/ 0 h 142240"/>
            </a:gdLst>
            <a:ahLst/>
            <a:cxnLst>
              <a:cxn ang="0">
                <a:pos x="csX0" y="csY0"/>
              </a:cxn>
              <a:cxn ang="0">
                <a:pos x="csX1" y="csY1"/>
              </a:cxn>
              <a:cxn ang="0">
                <a:pos x="csX2" y="csY2"/>
              </a:cxn>
            </a:cxnLst>
            <a:rect l="l" t="t" r="r" b="b"/>
            <a:pathLst>
              <a:path w="193040" h="142240">
                <a:moveTo>
                  <a:pt x="0" y="81280"/>
                </a:moveTo>
                <a:lnTo>
                  <a:pt x="50800" y="142240"/>
                </a:lnTo>
                <a:lnTo>
                  <a:pt x="193040" y="0"/>
                </a:ln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Shape 116">
            <a:extLst>
              <a:ext uri="{FF2B5EF4-FFF2-40B4-BE49-F238E27FC236}">
                <a16:creationId xmlns:a16="http://schemas.microsoft.com/office/drawing/2014/main" id="{1FF7F36B-C62D-C6EC-AAE6-5F06F08C55CD}"/>
              </a:ext>
            </a:extLst>
          </p:cNvPr>
          <p:cNvSpPr/>
          <p:nvPr/>
        </p:nvSpPr>
        <p:spPr>
          <a:xfrm>
            <a:off x="2698289" y="3277620"/>
            <a:ext cx="217241" cy="142240"/>
          </a:xfrm>
          <a:custGeom>
            <a:avLst/>
            <a:gdLst>
              <a:gd name="csX0" fmla="*/ 0 w 193040"/>
              <a:gd name="csY0" fmla="*/ 81280 h 142240"/>
              <a:gd name="csX1" fmla="*/ 50800 w 193040"/>
              <a:gd name="csY1" fmla="*/ 142240 h 142240"/>
              <a:gd name="csX2" fmla="*/ 193040 w 193040"/>
              <a:gd name="csY2" fmla="*/ 0 h 142240"/>
            </a:gdLst>
            <a:ahLst/>
            <a:cxnLst>
              <a:cxn ang="0">
                <a:pos x="csX0" y="csY0"/>
              </a:cxn>
              <a:cxn ang="0">
                <a:pos x="csX1" y="csY1"/>
              </a:cxn>
              <a:cxn ang="0">
                <a:pos x="csX2" y="csY2"/>
              </a:cxn>
            </a:cxnLst>
            <a:rect l="l" t="t" r="r" b="b"/>
            <a:pathLst>
              <a:path w="193040" h="142240">
                <a:moveTo>
                  <a:pt x="0" y="81280"/>
                </a:moveTo>
                <a:lnTo>
                  <a:pt x="50800" y="142240"/>
                </a:lnTo>
                <a:lnTo>
                  <a:pt x="193040" y="0"/>
                </a:ln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Shape 117">
            <a:extLst>
              <a:ext uri="{FF2B5EF4-FFF2-40B4-BE49-F238E27FC236}">
                <a16:creationId xmlns:a16="http://schemas.microsoft.com/office/drawing/2014/main" id="{64BCB980-DD8E-749E-8912-943D7F631723}"/>
              </a:ext>
            </a:extLst>
          </p:cNvPr>
          <p:cNvSpPr/>
          <p:nvPr/>
        </p:nvSpPr>
        <p:spPr>
          <a:xfrm>
            <a:off x="2698289" y="3663769"/>
            <a:ext cx="217241" cy="142240"/>
          </a:xfrm>
          <a:custGeom>
            <a:avLst/>
            <a:gdLst>
              <a:gd name="csX0" fmla="*/ 0 w 193040"/>
              <a:gd name="csY0" fmla="*/ 81280 h 142240"/>
              <a:gd name="csX1" fmla="*/ 50800 w 193040"/>
              <a:gd name="csY1" fmla="*/ 142240 h 142240"/>
              <a:gd name="csX2" fmla="*/ 193040 w 193040"/>
              <a:gd name="csY2" fmla="*/ 0 h 142240"/>
            </a:gdLst>
            <a:ahLst/>
            <a:cxnLst>
              <a:cxn ang="0">
                <a:pos x="csX0" y="csY0"/>
              </a:cxn>
              <a:cxn ang="0">
                <a:pos x="csX1" y="csY1"/>
              </a:cxn>
              <a:cxn ang="0">
                <a:pos x="csX2" y="csY2"/>
              </a:cxn>
            </a:cxnLst>
            <a:rect l="l" t="t" r="r" b="b"/>
            <a:pathLst>
              <a:path w="193040" h="142240">
                <a:moveTo>
                  <a:pt x="0" y="81280"/>
                </a:moveTo>
                <a:lnTo>
                  <a:pt x="50800" y="142240"/>
                </a:lnTo>
                <a:lnTo>
                  <a:pt x="193040" y="0"/>
                </a:ln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Freeform: Shape 118">
            <a:extLst>
              <a:ext uri="{FF2B5EF4-FFF2-40B4-BE49-F238E27FC236}">
                <a16:creationId xmlns:a16="http://schemas.microsoft.com/office/drawing/2014/main" id="{6F7DD2A8-FC2A-AB04-10F6-112D164930B2}"/>
              </a:ext>
            </a:extLst>
          </p:cNvPr>
          <p:cNvSpPr/>
          <p:nvPr/>
        </p:nvSpPr>
        <p:spPr>
          <a:xfrm>
            <a:off x="2698289" y="4049918"/>
            <a:ext cx="217241" cy="142240"/>
          </a:xfrm>
          <a:custGeom>
            <a:avLst/>
            <a:gdLst>
              <a:gd name="csX0" fmla="*/ 0 w 193040"/>
              <a:gd name="csY0" fmla="*/ 81280 h 142240"/>
              <a:gd name="csX1" fmla="*/ 50800 w 193040"/>
              <a:gd name="csY1" fmla="*/ 142240 h 142240"/>
              <a:gd name="csX2" fmla="*/ 193040 w 193040"/>
              <a:gd name="csY2" fmla="*/ 0 h 142240"/>
            </a:gdLst>
            <a:ahLst/>
            <a:cxnLst>
              <a:cxn ang="0">
                <a:pos x="csX0" y="csY0"/>
              </a:cxn>
              <a:cxn ang="0">
                <a:pos x="csX1" y="csY1"/>
              </a:cxn>
              <a:cxn ang="0">
                <a:pos x="csX2" y="csY2"/>
              </a:cxn>
            </a:cxnLst>
            <a:rect l="l" t="t" r="r" b="b"/>
            <a:pathLst>
              <a:path w="193040" h="142240">
                <a:moveTo>
                  <a:pt x="0" y="81280"/>
                </a:moveTo>
                <a:lnTo>
                  <a:pt x="50800" y="142240"/>
                </a:lnTo>
                <a:lnTo>
                  <a:pt x="193040" y="0"/>
                </a:ln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Shape 119">
            <a:extLst>
              <a:ext uri="{FF2B5EF4-FFF2-40B4-BE49-F238E27FC236}">
                <a16:creationId xmlns:a16="http://schemas.microsoft.com/office/drawing/2014/main" id="{148313DB-D50F-84FF-1FA1-8DADA8A9124C}"/>
              </a:ext>
            </a:extLst>
          </p:cNvPr>
          <p:cNvSpPr/>
          <p:nvPr/>
        </p:nvSpPr>
        <p:spPr>
          <a:xfrm>
            <a:off x="2698289" y="4436065"/>
            <a:ext cx="217241" cy="142240"/>
          </a:xfrm>
          <a:custGeom>
            <a:avLst/>
            <a:gdLst>
              <a:gd name="csX0" fmla="*/ 0 w 193040"/>
              <a:gd name="csY0" fmla="*/ 81280 h 142240"/>
              <a:gd name="csX1" fmla="*/ 50800 w 193040"/>
              <a:gd name="csY1" fmla="*/ 142240 h 142240"/>
              <a:gd name="csX2" fmla="*/ 193040 w 193040"/>
              <a:gd name="csY2" fmla="*/ 0 h 142240"/>
            </a:gdLst>
            <a:ahLst/>
            <a:cxnLst>
              <a:cxn ang="0">
                <a:pos x="csX0" y="csY0"/>
              </a:cxn>
              <a:cxn ang="0">
                <a:pos x="csX1" y="csY1"/>
              </a:cxn>
              <a:cxn ang="0">
                <a:pos x="csX2" y="csY2"/>
              </a:cxn>
            </a:cxnLst>
            <a:rect l="l" t="t" r="r" b="b"/>
            <a:pathLst>
              <a:path w="193040" h="142240">
                <a:moveTo>
                  <a:pt x="0" y="81280"/>
                </a:moveTo>
                <a:lnTo>
                  <a:pt x="50800" y="142240"/>
                </a:lnTo>
                <a:lnTo>
                  <a:pt x="193040" y="0"/>
                </a:ln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9347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4D7A87CE-D367-EA8F-2D98-8D1CA81E7DDE}"/>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6C85518B-EB2F-BBDE-9E17-7258AC9083DA}"/>
              </a:ext>
            </a:extLst>
          </p:cNvPr>
          <p:cNvGrpSpPr/>
          <p:nvPr/>
        </p:nvGrpSpPr>
        <p:grpSpPr>
          <a:xfrm>
            <a:off x="-1" y="703164"/>
            <a:ext cx="12192001" cy="6156271"/>
            <a:chOff x="-1" y="688368"/>
            <a:chExt cx="12192001" cy="6156271"/>
          </a:xfrm>
        </p:grpSpPr>
        <p:pic>
          <p:nvPicPr>
            <p:cNvPr id="9" name="Picture 8">
              <a:extLst>
                <a:ext uri="{FF2B5EF4-FFF2-40B4-BE49-F238E27FC236}">
                  <a16:creationId xmlns:a16="http://schemas.microsoft.com/office/drawing/2014/main" id="{7410E05B-F64E-3851-5F90-32C842A1646E}"/>
                </a:ext>
              </a:extLst>
            </p:cNvPr>
            <p:cNvPicPr>
              <a:picLocks noChangeAspect="1"/>
            </p:cNvPicPr>
            <p:nvPr/>
          </p:nvPicPr>
          <p:blipFill>
            <a:blip r:embed="rId3"/>
            <a:stretch>
              <a:fillRect/>
            </a:stretch>
          </p:blipFill>
          <p:spPr>
            <a:xfrm>
              <a:off x="-1" y="688368"/>
              <a:ext cx="12192001" cy="6156271"/>
            </a:xfrm>
            <a:prstGeom prst="rect">
              <a:avLst/>
            </a:prstGeom>
          </p:spPr>
        </p:pic>
        <p:sp>
          <p:nvSpPr>
            <p:cNvPr id="2" name="Rectangle 1">
              <a:extLst>
                <a:ext uri="{FF2B5EF4-FFF2-40B4-BE49-F238E27FC236}">
                  <a16:creationId xmlns:a16="http://schemas.microsoft.com/office/drawing/2014/main" id="{5BF2E9F3-5F66-28C1-C8AA-43D897F17917}"/>
                </a:ext>
              </a:extLst>
            </p:cNvPr>
            <p:cNvSpPr/>
            <p:nvPr/>
          </p:nvSpPr>
          <p:spPr>
            <a:xfrm>
              <a:off x="9076266" y="5740400"/>
              <a:ext cx="1354665" cy="970032"/>
            </a:xfrm>
            <a:prstGeom prst="rect">
              <a:avLst/>
            </a:prstGeom>
            <a:solidFill>
              <a:srgbClr val="EEEFF1"/>
            </a:solidFill>
            <a:ln>
              <a:solidFill>
                <a:srgbClr val="EEEF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9F7D5069-FEC9-82B0-661D-15CC5F761608}"/>
                </a:ext>
              </a:extLst>
            </p:cNvPr>
            <p:cNvSpPr/>
            <p:nvPr/>
          </p:nvSpPr>
          <p:spPr>
            <a:xfrm>
              <a:off x="7936403" y="5740400"/>
              <a:ext cx="1354665" cy="970032"/>
            </a:xfrm>
            <a:prstGeom prst="rect">
              <a:avLst/>
            </a:prstGeom>
            <a:solidFill>
              <a:srgbClr val="EEEFF1"/>
            </a:solidFill>
            <a:ln>
              <a:solidFill>
                <a:srgbClr val="EEEF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 name="Picture 3">
              <a:extLst>
                <a:ext uri="{FF2B5EF4-FFF2-40B4-BE49-F238E27FC236}">
                  <a16:creationId xmlns:a16="http://schemas.microsoft.com/office/drawing/2014/main" id="{8043FE92-B6E2-99BF-7ABE-AE19E5FED880}"/>
                </a:ext>
              </a:extLst>
            </p:cNvPr>
            <p:cNvPicPr>
              <a:picLocks noChangeAspect="1"/>
            </p:cNvPicPr>
            <p:nvPr/>
          </p:nvPicPr>
          <p:blipFill>
            <a:blip r:embed="rId4"/>
            <a:stretch>
              <a:fillRect/>
            </a:stretch>
          </p:blipFill>
          <p:spPr>
            <a:xfrm>
              <a:off x="8735404" y="5646099"/>
              <a:ext cx="1018194" cy="1158634"/>
            </a:xfrm>
            <a:prstGeom prst="rect">
              <a:avLst/>
            </a:prstGeom>
          </p:spPr>
        </p:pic>
      </p:grpSp>
      <p:sp>
        <p:nvSpPr>
          <p:cNvPr id="21" name="Title 6">
            <a:extLst>
              <a:ext uri="{FF2B5EF4-FFF2-40B4-BE49-F238E27FC236}">
                <a16:creationId xmlns:a16="http://schemas.microsoft.com/office/drawing/2014/main" id="{A41DF4E5-9082-68C0-2A02-EFED3CE1926E}"/>
              </a:ext>
            </a:extLst>
          </p:cNvPr>
          <p:cNvSpPr txBox="1">
            <a:spLocks/>
          </p:cNvSpPr>
          <p:nvPr/>
        </p:nvSpPr>
        <p:spPr>
          <a:xfrm>
            <a:off x="8845982" y="4823651"/>
            <a:ext cx="1173449" cy="346428"/>
          </a:xfrm>
          <a:prstGeom prst="rect">
            <a:avLst/>
          </a:prstGeom>
          <a:solidFill>
            <a:srgbClr val="EDEFF0"/>
          </a:solidFill>
          <a:ln>
            <a:solidFill>
              <a:srgbClr val="EDEFF0"/>
            </a:solidFill>
          </a:ln>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1200"/>
              <a:t>Client – Accelerator</a:t>
            </a:r>
            <a:br>
              <a:rPr lang="en-GB" sz="1200"/>
            </a:br>
            <a:endParaRPr lang="en-GB" sz="1200"/>
          </a:p>
          <a:p>
            <a:endParaRPr lang="en-GB" sz="1200"/>
          </a:p>
        </p:txBody>
      </p:sp>
      <p:sp>
        <p:nvSpPr>
          <p:cNvPr id="10" name="Title 6">
            <a:extLst>
              <a:ext uri="{FF2B5EF4-FFF2-40B4-BE49-F238E27FC236}">
                <a16:creationId xmlns:a16="http://schemas.microsoft.com/office/drawing/2014/main" id="{7DB60818-72A7-70C4-45E4-77660C678B84}"/>
              </a:ext>
            </a:extLst>
          </p:cNvPr>
          <p:cNvSpPr>
            <a:spLocks noGrp="1"/>
          </p:cNvSpPr>
          <p:nvPr>
            <p:ph type="title"/>
          </p:nvPr>
        </p:nvSpPr>
        <p:spPr>
          <a:xfrm>
            <a:off x="191853" y="147568"/>
            <a:ext cx="11808292" cy="464600"/>
          </a:xfrm>
        </p:spPr>
        <p:txBody>
          <a:bodyPr/>
          <a:lstStyle/>
          <a:p>
            <a:r>
              <a:rPr lang="en-GB" sz="2800"/>
              <a:t>The Integrated Risk Management Solution Life Cycle</a:t>
            </a:r>
          </a:p>
        </p:txBody>
      </p:sp>
      <p:sp>
        <p:nvSpPr>
          <p:cNvPr id="12" name="Title 6">
            <a:extLst>
              <a:ext uri="{FF2B5EF4-FFF2-40B4-BE49-F238E27FC236}">
                <a16:creationId xmlns:a16="http://schemas.microsoft.com/office/drawing/2014/main" id="{D0815F20-481C-7FF0-91A8-491A3A788434}"/>
              </a:ext>
            </a:extLst>
          </p:cNvPr>
          <p:cNvSpPr txBox="1">
            <a:spLocks/>
          </p:cNvSpPr>
          <p:nvPr/>
        </p:nvSpPr>
        <p:spPr>
          <a:xfrm>
            <a:off x="0" y="2306188"/>
            <a:ext cx="11558958" cy="112281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j-ea"/>
              <a:cs typeface="+mj-cs"/>
            </a:endParaRPr>
          </a:p>
        </p:txBody>
      </p:sp>
      <p:pic>
        <p:nvPicPr>
          <p:cNvPr id="13" name="Picture 12">
            <a:extLst>
              <a:ext uri="{FF2B5EF4-FFF2-40B4-BE49-F238E27FC236}">
                <a16:creationId xmlns:a16="http://schemas.microsoft.com/office/drawing/2014/main" id="{F1DEDE89-D2FE-0113-97D1-9B2CE372677D}"/>
              </a:ext>
            </a:extLst>
          </p:cNvPr>
          <p:cNvPicPr>
            <a:picLocks noChangeAspect="1"/>
          </p:cNvPicPr>
          <p:nvPr/>
        </p:nvPicPr>
        <p:blipFill>
          <a:blip r:embed="rId5"/>
          <a:srcRect l="4539" r="12091"/>
          <a:stretch>
            <a:fillRect/>
          </a:stretch>
        </p:blipFill>
        <p:spPr>
          <a:xfrm>
            <a:off x="5926667" y="688368"/>
            <a:ext cx="1447800" cy="1341535"/>
          </a:xfrm>
          <a:prstGeom prst="rect">
            <a:avLst/>
          </a:prstGeom>
        </p:spPr>
      </p:pic>
      <p:sp>
        <p:nvSpPr>
          <p:cNvPr id="14" name="Rectangle 13">
            <a:extLst>
              <a:ext uri="{FF2B5EF4-FFF2-40B4-BE49-F238E27FC236}">
                <a16:creationId xmlns:a16="http://schemas.microsoft.com/office/drawing/2014/main" id="{70D51A9C-6A37-C9E2-ACA7-F52455013113}"/>
              </a:ext>
            </a:extLst>
          </p:cNvPr>
          <p:cNvSpPr/>
          <p:nvPr/>
        </p:nvSpPr>
        <p:spPr>
          <a:xfrm>
            <a:off x="8088803" y="5418667"/>
            <a:ext cx="1918797" cy="1444165"/>
          </a:xfrm>
          <a:prstGeom prst="rect">
            <a:avLst/>
          </a:prstGeom>
          <a:solidFill>
            <a:srgbClr val="EEEFF1"/>
          </a:solidFill>
          <a:ln>
            <a:solidFill>
              <a:srgbClr val="EEEF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6" name="Picture 5">
            <a:extLst>
              <a:ext uri="{FF2B5EF4-FFF2-40B4-BE49-F238E27FC236}">
                <a16:creationId xmlns:a16="http://schemas.microsoft.com/office/drawing/2014/main" id="{B2A1FDEF-A531-8BBB-37E4-E4EF7E1BF7F4}"/>
              </a:ext>
            </a:extLst>
          </p:cNvPr>
          <p:cNvPicPr>
            <a:picLocks noChangeAspect="1"/>
          </p:cNvPicPr>
          <p:nvPr/>
        </p:nvPicPr>
        <p:blipFill>
          <a:blip r:embed="rId6"/>
          <a:stretch>
            <a:fillRect/>
          </a:stretch>
        </p:blipFill>
        <p:spPr>
          <a:xfrm>
            <a:off x="8412142" y="4761643"/>
            <a:ext cx="391674" cy="2094606"/>
          </a:xfrm>
          <a:prstGeom prst="rect">
            <a:avLst/>
          </a:prstGeom>
        </p:spPr>
      </p:pic>
      <p:pic>
        <p:nvPicPr>
          <p:cNvPr id="11" name="Picture 10">
            <a:extLst>
              <a:ext uri="{FF2B5EF4-FFF2-40B4-BE49-F238E27FC236}">
                <a16:creationId xmlns:a16="http://schemas.microsoft.com/office/drawing/2014/main" id="{7C756C25-3CBB-5889-133D-088CBD54C3C1}"/>
              </a:ext>
            </a:extLst>
          </p:cNvPr>
          <p:cNvPicPr>
            <a:picLocks noChangeAspect="1"/>
          </p:cNvPicPr>
          <p:nvPr/>
        </p:nvPicPr>
        <p:blipFill>
          <a:blip r:embed="rId7"/>
          <a:stretch>
            <a:fillRect/>
          </a:stretch>
        </p:blipFill>
        <p:spPr>
          <a:xfrm>
            <a:off x="8580149" y="4500281"/>
            <a:ext cx="1173449" cy="258849"/>
          </a:xfrm>
          <a:prstGeom prst="rect">
            <a:avLst/>
          </a:prstGeom>
        </p:spPr>
      </p:pic>
      <p:pic>
        <p:nvPicPr>
          <p:cNvPr id="16" name="Picture 15">
            <a:extLst>
              <a:ext uri="{FF2B5EF4-FFF2-40B4-BE49-F238E27FC236}">
                <a16:creationId xmlns:a16="http://schemas.microsoft.com/office/drawing/2014/main" id="{3F60299E-FD17-BFAA-630A-3D8192AB0457}"/>
              </a:ext>
            </a:extLst>
          </p:cNvPr>
          <p:cNvPicPr>
            <a:picLocks noChangeAspect="1"/>
          </p:cNvPicPr>
          <p:nvPr/>
        </p:nvPicPr>
        <p:blipFill>
          <a:blip r:embed="rId8"/>
          <a:stretch>
            <a:fillRect/>
          </a:stretch>
        </p:blipFill>
        <p:spPr>
          <a:xfrm>
            <a:off x="3458093" y="4558584"/>
            <a:ext cx="1290210" cy="2246149"/>
          </a:xfrm>
          <a:prstGeom prst="rect">
            <a:avLst/>
          </a:prstGeom>
        </p:spPr>
      </p:pic>
      <p:pic>
        <p:nvPicPr>
          <p:cNvPr id="18" name="Picture 17">
            <a:extLst>
              <a:ext uri="{FF2B5EF4-FFF2-40B4-BE49-F238E27FC236}">
                <a16:creationId xmlns:a16="http://schemas.microsoft.com/office/drawing/2014/main" id="{B4951B7D-45A0-C39D-1541-726B486EB4D5}"/>
              </a:ext>
            </a:extLst>
          </p:cNvPr>
          <p:cNvPicPr>
            <a:picLocks noChangeAspect="1"/>
          </p:cNvPicPr>
          <p:nvPr/>
        </p:nvPicPr>
        <p:blipFill>
          <a:blip r:embed="rId9"/>
          <a:stretch>
            <a:fillRect/>
          </a:stretch>
        </p:blipFill>
        <p:spPr>
          <a:xfrm>
            <a:off x="4161047" y="5252973"/>
            <a:ext cx="1066949" cy="428685"/>
          </a:xfrm>
          <a:prstGeom prst="rect">
            <a:avLst/>
          </a:prstGeom>
        </p:spPr>
      </p:pic>
      <p:graphicFrame>
        <p:nvGraphicFramePr>
          <p:cNvPr id="19" name="Table 18">
            <a:extLst>
              <a:ext uri="{FF2B5EF4-FFF2-40B4-BE49-F238E27FC236}">
                <a16:creationId xmlns:a16="http://schemas.microsoft.com/office/drawing/2014/main" id="{2CCA8254-7FEC-27DD-E36D-D6EF39F3A588}"/>
              </a:ext>
            </a:extLst>
          </p:cNvPr>
          <p:cNvGraphicFramePr>
            <a:graphicFrameLocks noGrp="1"/>
          </p:cNvGraphicFramePr>
          <p:nvPr>
            <p:extLst>
              <p:ext uri="{D42A27DB-BD31-4B8C-83A1-F6EECF244321}">
                <p14:modId xmlns:p14="http://schemas.microsoft.com/office/powerpoint/2010/main" val="3094606258"/>
              </p:ext>
            </p:extLst>
          </p:nvPr>
        </p:nvGraphicFramePr>
        <p:xfrm>
          <a:off x="1401854" y="6035453"/>
          <a:ext cx="4550213" cy="731520"/>
        </p:xfrm>
        <a:graphic>
          <a:graphicData uri="http://schemas.openxmlformats.org/drawingml/2006/table">
            <a:tbl>
              <a:tblPr firstRow="1" bandRow="1">
                <a:tableStyleId>{5C22544A-7EE6-4342-B048-85BDC9FD1C3A}</a:tableStyleId>
              </a:tblPr>
              <a:tblGrid>
                <a:gridCol w="928380">
                  <a:extLst>
                    <a:ext uri="{9D8B030D-6E8A-4147-A177-3AD203B41FA5}">
                      <a16:colId xmlns:a16="http://schemas.microsoft.com/office/drawing/2014/main" val="1131245861"/>
                    </a:ext>
                  </a:extLst>
                </a:gridCol>
                <a:gridCol w="1225766">
                  <a:extLst>
                    <a:ext uri="{9D8B030D-6E8A-4147-A177-3AD203B41FA5}">
                      <a16:colId xmlns:a16="http://schemas.microsoft.com/office/drawing/2014/main" val="2793341354"/>
                    </a:ext>
                  </a:extLst>
                </a:gridCol>
                <a:gridCol w="1117600">
                  <a:extLst>
                    <a:ext uri="{9D8B030D-6E8A-4147-A177-3AD203B41FA5}">
                      <a16:colId xmlns:a16="http://schemas.microsoft.com/office/drawing/2014/main" val="1136972593"/>
                    </a:ext>
                  </a:extLst>
                </a:gridCol>
                <a:gridCol w="1278467">
                  <a:extLst>
                    <a:ext uri="{9D8B030D-6E8A-4147-A177-3AD203B41FA5}">
                      <a16:colId xmlns:a16="http://schemas.microsoft.com/office/drawing/2014/main" val="3031311623"/>
                    </a:ext>
                  </a:extLst>
                </a:gridCol>
              </a:tblGrid>
              <a:tr h="233726">
                <a:tc>
                  <a:txBody>
                    <a:bodyPr/>
                    <a:lstStyle/>
                    <a:p>
                      <a:pPr algn="ctr"/>
                      <a:r>
                        <a:rPr lang="en-US" sz="1000"/>
                        <a:t>Client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000"/>
                        <a:t>Controls (P/Yr.)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000"/>
                        <a:t>Hrs. per control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000"/>
                        <a:t>Total Hrs. Charged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60783406"/>
                  </a:ext>
                </a:extLst>
              </a:tr>
              <a:tr h="0">
                <a:tc>
                  <a:txBody>
                    <a:bodyPr/>
                    <a:lstStyle/>
                    <a:p>
                      <a:pPr algn="ctr"/>
                      <a:r>
                        <a:rPr lang="en-US" sz="1000"/>
                        <a:t>ABC Bank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a:t>4,800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a:t>10 Hrs. (Avg.)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a:t>48,000 Hrs.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0769513"/>
                  </a:ext>
                </a:extLst>
              </a:tr>
              <a:tr h="191942">
                <a:tc>
                  <a:txBody>
                    <a:bodyPr/>
                    <a:lstStyle/>
                    <a:p>
                      <a:pPr algn="ctr"/>
                      <a:r>
                        <a:rPr lang="en-US" sz="1000"/>
                        <a:t>ABC Bank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a:t>4,800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a:t>4 Hrs. (Avg.)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a:t>19,200 Hrs.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3385270"/>
                  </a:ext>
                </a:extLst>
              </a:tr>
            </a:tbl>
          </a:graphicData>
        </a:graphic>
      </p:graphicFrame>
      <p:sp>
        <p:nvSpPr>
          <p:cNvPr id="20" name="Title 6">
            <a:extLst>
              <a:ext uri="{FF2B5EF4-FFF2-40B4-BE49-F238E27FC236}">
                <a16:creationId xmlns:a16="http://schemas.microsoft.com/office/drawing/2014/main" id="{6A376F3C-0F13-B117-1222-717A6FA1BE8F}"/>
              </a:ext>
            </a:extLst>
          </p:cNvPr>
          <p:cNvSpPr txBox="1">
            <a:spLocks/>
          </p:cNvSpPr>
          <p:nvPr/>
        </p:nvSpPr>
        <p:spPr>
          <a:xfrm>
            <a:off x="2694428" y="5775964"/>
            <a:ext cx="2817539" cy="24129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Aptos Display" panose="02110004020202020204"/>
                <a:ea typeface="+mj-ea"/>
                <a:cs typeface="+mj-cs"/>
              </a:rPr>
              <a:t>Manual vs. CDA hours savings</a:t>
            </a:r>
          </a:p>
        </p:txBody>
      </p:sp>
      <p:graphicFrame>
        <p:nvGraphicFramePr>
          <p:cNvPr id="23" name="Table 22">
            <a:extLst>
              <a:ext uri="{FF2B5EF4-FFF2-40B4-BE49-F238E27FC236}">
                <a16:creationId xmlns:a16="http://schemas.microsoft.com/office/drawing/2014/main" id="{F004E67B-2482-A5F8-5EC7-F677907DE32E}"/>
              </a:ext>
            </a:extLst>
          </p:cNvPr>
          <p:cNvGraphicFramePr>
            <a:graphicFrameLocks noGrp="1"/>
          </p:cNvGraphicFramePr>
          <p:nvPr/>
        </p:nvGraphicFramePr>
        <p:xfrm>
          <a:off x="103176" y="6279292"/>
          <a:ext cx="1290210" cy="487680"/>
        </p:xfrm>
        <a:graphic>
          <a:graphicData uri="http://schemas.openxmlformats.org/drawingml/2006/table">
            <a:tbl>
              <a:tblPr firstRow="1" bandRow="1">
                <a:tableStyleId>{5C22544A-7EE6-4342-B048-85BDC9FD1C3A}</a:tableStyleId>
              </a:tblPr>
              <a:tblGrid>
                <a:gridCol w="1290210">
                  <a:extLst>
                    <a:ext uri="{9D8B030D-6E8A-4147-A177-3AD203B41FA5}">
                      <a16:colId xmlns:a16="http://schemas.microsoft.com/office/drawing/2014/main" val="1190455776"/>
                    </a:ext>
                  </a:extLst>
                </a:gridCol>
              </a:tblGrid>
              <a:tr h="233887">
                <a:tc>
                  <a:txBody>
                    <a:bodyPr/>
                    <a:lstStyle/>
                    <a:p>
                      <a:r>
                        <a:rPr lang="en-US" sz="1000" b="1">
                          <a:solidFill>
                            <a:schemeClr val="tx1"/>
                          </a:solidFill>
                        </a:rPr>
                        <a:t>Manual</a:t>
                      </a:r>
                      <a:r>
                        <a:rPr lang="en-US" sz="1000" b="1"/>
                        <a:t> </a:t>
                      </a:r>
                      <a:r>
                        <a:rPr lang="en-US" sz="1000" b="1">
                          <a:solidFill>
                            <a:schemeClr val="tx1"/>
                          </a:solidFill>
                        </a:rPr>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2D8"/>
                    </a:solidFill>
                  </a:tcPr>
                </a:tc>
                <a:extLst>
                  <a:ext uri="{0D108BD9-81ED-4DB2-BD59-A6C34878D82A}">
                    <a16:rowId xmlns:a16="http://schemas.microsoft.com/office/drawing/2014/main" val="1092872065"/>
                  </a:ext>
                </a:extLst>
              </a:tr>
              <a:tr h="233887">
                <a:tc>
                  <a:txBody>
                    <a:bodyPr/>
                    <a:lstStyle/>
                    <a:p>
                      <a:r>
                        <a:rPr lang="en-US" sz="1000" b="1"/>
                        <a:t>Testing using CDA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AED"/>
                    </a:solidFill>
                  </a:tcPr>
                </a:tc>
                <a:extLst>
                  <a:ext uri="{0D108BD9-81ED-4DB2-BD59-A6C34878D82A}">
                    <a16:rowId xmlns:a16="http://schemas.microsoft.com/office/drawing/2014/main" val="3554433088"/>
                  </a:ext>
                </a:extLst>
              </a:tr>
            </a:tbl>
          </a:graphicData>
        </a:graphic>
      </p:graphicFrame>
      <p:graphicFrame>
        <p:nvGraphicFramePr>
          <p:cNvPr id="25" name="Table 24">
            <a:extLst>
              <a:ext uri="{FF2B5EF4-FFF2-40B4-BE49-F238E27FC236}">
                <a16:creationId xmlns:a16="http://schemas.microsoft.com/office/drawing/2014/main" id="{4E398F2E-3255-FDF4-BB42-B0BB82AAB2A9}"/>
              </a:ext>
            </a:extLst>
          </p:cNvPr>
          <p:cNvGraphicFramePr>
            <a:graphicFrameLocks noGrp="1"/>
          </p:cNvGraphicFramePr>
          <p:nvPr/>
        </p:nvGraphicFramePr>
        <p:xfrm>
          <a:off x="6287074" y="6017260"/>
          <a:ext cx="1649329" cy="487680"/>
        </p:xfrm>
        <a:graphic>
          <a:graphicData uri="http://schemas.openxmlformats.org/drawingml/2006/table">
            <a:tbl>
              <a:tblPr firstRow="1" bandRow="1">
                <a:tableStyleId>{5C22544A-7EE6-4342-B048-85BDC9FD1C3A}</a:tableStyleId>
              </a:tblPr>
              <a:tblGrid>
                <a:gridCol w="1649329">
                  <a:extLst>
                    <a:ext uri="{9D8B030D-6E8A-4147-A177-3AD203B41FA5}">
                      <a16:colId xmlns:a16="http://schemas.microsoft.com/office/drawing/2014/main" val="1672807190"/>
                    </a:ext>
                  </a:extLst>
                </a:gridCol>
              </a:tblGrid>
              <a:tr h="218737">
                <a:tc>
                  <a:txBody>
                    <a:bodyPr/>
                    <a:lstStyle/>
                    <a:p>
                      <a:r>
                        <a:rPr lang="en-US" sz="1000" b="1">
                          <a:solidFill>
                            <a:schemeClr val="bg1"/>
                          </a:solidFill>
                        </a:rPr>
                        <a:t>Final</a:t>
                      </a:r>
                      <a:r>
                        <a:rPr lang="en-US" sz="1000"/>
                        <a:t> </a:t>
                      </a:r>
                      <a:r>
                        <a:rPr lang="en-US" sz="1000">
                          <a:solidFill>
                            <a:schemeClr val="bg1"/>
                          </a:solidFill>
                        </a:rPr>
                        <a:t>CDA</a:t>
                      </a:r>
                      <a:r>
                        <a:rPr lang="en-US" sz="1000"/>
                        <a:t> </a:t>
                      </a:r>
                      <a:r>
                        <a:rPr lang="en-US" sz="1000">
                          <a:solidFill>
                            <a:schemeClr val="bg1"/>
                          </a:solidFill>
                        </a:rPr>
                        <a:t>Hours</a:t>
                      </a:r>
                      <a:r>
                        <a:rPr lang="en-US" sz="1000"/>
                        <a:t> </a:t>
                      </a:r>
                      <a:r>
                        <a:rPr lang="en-US" sz="1000">
                          <a:solidFill>
                            <a:schemeClr val="bg1"/>
                          </a:solidFill>
                        </a:rPr>
                        <a:t>savings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extLst>
                  <a:ext uri="{0D108BD9-81ED-4DB2-BD59-A6C34878D82A}">
                    <a16:rowId xmlns:a16="http://schemas.microsoft.com/office/drawing/2014/main" val="3953688595"/>
                  </a:ext>
                </a:extLst>
              </a:tr>
              <a:tr h="241248">
                <a:tc>
                  <a:txBody>
                    <a:bodyPr/>
                    <a:lstStyle/>
                    <a:p>
                      <a:r>
                        <a:rPr lang="en-US" sz="1000"/>
                        <a:t>28,800 hrs. per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5870854"/>
                  </a:ext>
                </a:extLst>
              </a:tr>
            </a:tbl>
          </a:graphicData>
        </a:graphic>
      </p:graphicFrame>
      <p:sp>
        <p:nvSpPr>
          <p:cNvPr id="15" name="Title 6">
            <a:extLst>
              <a:ext uri="{FF2B5EF4-FFF2-40B4-BE49-F238E27FC236}">
                <a16:creationId xmlns:a16="http://schemas.microsoft.com/office/drawing/2014/main" id="{C007AFAD-86C0-494A-4331-5814EA09CC71}"/>
              </a:ext>
            </a:extLst>
          </p:cNvPr>
          <p:cNvSpPr txBox="1">
            <a:spLocks/>
          </p:cNvSpPr>
          <p:nvPr/>
        </p:nvSpPr>
        <p:spPr>
          <a:xfrm>
            <a:off x="8845634" y="5602343"/>
            <a:ext cx="1537391" cy="1191658"/>
          </a:xfrm>
          <a:prstGeom prst="rect">
            <a:avLst/>
          </a:prstGeom>
          <a:solidFill>
            <a:srgbClr val="EDEFF0"/>
          </a:solidFill>
          <a:ln>
            <a:solidFill>
              <a:srgbClr val="EDEFF0"/>
            </a:solidFill>
          </a:ln>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1200"/>
              <a:t>RCSA Accelerator</a:t>
            </a:r>
          </a:p>
          <a:p>
            <a:endParaRPr lang="en-GB" sz="1200"/>
          </a:p>
          <a:p>
            <a:r>
              <a:rPr lang="en-GB" sz="1200"/>
              <a:t>JAWS</a:t>
            </a:r>
            <a:endParaRPr lang="en-GB"/>
          </a:p>
          <a:p>
            <a:endParaRPr lang="en-GB" sz="1200"/>
          </a:p>
          <a:p>
            <a:r>
              <a:rPr lang="en-GB" sz="1200"/>
              <a:t>SOX Testing Tool</a:t>
            </a:r>
            <a:endParaRPr lang="en-GB"/>
          </a:p>
          <a:p>
            <a:endParaRPr lang="en-GB" sz="1200"/>
          </a:p>
          <a:p>
            <a:r>
              <a:rPr lang="en-GB" sz="1200"/>
              <a:t>issues Forge</a:t>
            </a:r>
            <a:br>
              <a:rPr lang="en-GB" sz="1200"/>
            </a:br>
            <a:endParaRPr lang="en-GB" sz="1200"/>
          </a:p>
          <a:p>
            <a:endParaRPr lang="en-GB" sz="1200"/>
          </a:p>
        </p:txBody>
      </p:sp>
      <p:sp>
        <p:nvSpPr>
          <p:cNvPr id="22" name="Title 6">
            <a:extLst>
              <a:ext uri="{FF2B5EF4-FFF2-40B4-BE49-F238E27FC236}">
                <a16:creationId xmlns:a16="http://schemas.microsoft.com/office/drawing/2014/main" id="{2F323B9C-143F-6323-7457-32967A13D8B0}"/>
              </a:ext>
            </a:extLst>
          </p:cNvPr>
          <p:cNvSpPr txBox="1">
            <a:spLocks/>
          </p:cNvSpPr>
          <p:nvPr/>
        </p:nvSpPr>
        <p:spPr>
          <a:xfrm>
            <a:off x="8837684" y="5247448"/>
            <a:ext cx="1462911" cy="346428"/>
          </a:xfrm>
          <a:prstGeom prst="rect">
            <a:avLst/>
          </a:prstGeom>
          <a:solidFill>
            <a:srgbClr val="EDEFF0"/>
          </a:solidFill>
          <a:ln>
            <a:solidFill>
              <a:srgbClr val="EDEFF0"/>
            </a:solidFill>
          </a:ln>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1200"/>
              <a:t>Risk Link-Risk/Control</a:t>
            </a:r>
          </a:p>
          <a:p>
            <a:r>
              <a:rPr lang="en-GB" sz="1200"/>
              <a:t>Statement Analyzer</a:t>
            </a:r>
          </a:p>
        </p:txBody>
      </p:sp>
    </p:spTree>
    <p:extLst>
      <p:ext uri="{BB962C8B-B14F-4D97-AF65-F5344CB8AC3E}">
        <p14:creationId xmlns:p14="http://schemas.microsoft.com/office/powerpoint/2010/main" val="3584560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73E6F308-A4BB-1BAE-65BE-F2C484EBDB90}"/>
              </a:ext>
            </a:extLst>
          </p:cNvPr>
          <p:cNvSpPr>
            <a:spLocks noGrp="1"/>
          </p:cNvSpPr>
          <p:nvPr>
            <p:ph type="subTitle" idx="1"/>
          </p:nvPr>
        </p:nvSpPr>
        <p:spPr/>
        <p:txBody>
          <a:bodyPr/>
          <a:lstStyle/>
          <a:p>
            <a:r>
              <a:rPr lang="en-US"/>
              <a:t>© 2026 PwC. All rights reserved. PwC refers to the PwC network and/or one or more of its member firms, each of which is a separate legal entity. Please see www.pwc.com/structure for further details. </a:t>
            </a:r>
          </a:p>
        </p:txBody>
      </p:sp>
    </p:spTree>
    <p:extLst>
      <p:ext uri="{BB962C8B-B14F-4D97-AF65-F5344CB8AC3E}">
        <p14:creationId xmlns:p14="http://schemas.microsoft.com/office/powerpoint/2010/main" val="2425685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FDC5B3-B076-721F-D483-3286D7707CA5}"/>
              </a:ext>
            </a:extLst>
          </p:cNvPr>
          <p:cNvSpPr txBox="1"/>
          <p:nvPr/>
        </p:nvSpPr>
        <p:spPr>
          <a:xfrm>
            <a:off x="3613394" y="372888"/>
            <a:ext cx="8210306" cy="1253689"/>
          </a:xfrm>
          <a:prstGeom prst="rect">
            <a:avLst/>
          </a:prstGeom>
          <a:solidFill>
            <a:srgbClr val="FFE8D4"/>
          </a:solidFill>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algn="ctr"/>
            <a:endParaRPr lang="en-US" sz="1400" b="1">
              <a:cs typeface="Arial"/>
            </a:endParaRPr>
          </a:p>
        </p:txBody>
      </p:sp>
      <p:sp>
        <p:nvSpPr>
          <p:cNvPr id="4" name="Title 3">
            <a:extLst>
              <a:ext uri="{FF2B5EF4-FFF2-40B4-BE49-F238E27FC236}">
                <a16:creationId xmlns:a16="http://schemas.microsoft.com/office/drawing/2014/main" id="{9AB4AA53-4DA7-B9D8-87C6-0394A71298F2}"/>
              </a:ext>
            </a:extLst>
          </p:cNvPr>
          <p:cNvSpPr>
            <a:spLocks noGrp="1"/>
          </p:cNvSpPr>
          <p:nvPr>
            <p:ph type="title"/>
          </p:nvPr>
        </p:nvSpPr>
        <p:spPr>
          <a:xfrm>
            <a:off x="369888" y="338138"/>
            <a:ext cx="2782887" cy="1163395"/>
          </a:xfrm>
        </p:spPr>
        <p:txBody>
          <a:bodyPr/>
          <a:lstStyle/>
          <a:p>
            <a:r>
              <a:rPr lang="en-US"/>
              <a:t>Risks Introduced by Agentic AI</a:t>
            </a:r>
            <a:br>
              <a:rPr lang="en-US"/>
            </a:br>
            <a:endParaRPr lang="en-US"/>
          </a:p>
        </p:txBody>
      </p:sp>
      <p:sp>
        <p:nvSpPr>
          <p:cNvPr id="12" name="TextBox 11">
            <a:extLst>
              <a:ext uri="{FF2B5EF4-FFF2-40B4-BE49-F238E27FC236}">
                <a16:creationId xmlns:a16="http://schemas.microsoft.com/office/drawing/2014/main" id="{FC1F5069-5F87-1F40-D903-472B3110B028}"/>
              </a:ext>
            </a:extLst>
          </p:cNvPr>
          <p:cNvSpPr txBox="1"/>
          <p:nvPr/>
        </p:nvSpPr>
        <p:spPr>
          <a:xfrm>
            <a:off x="3703006" y="846092"/>
            <a:ext cx="1188720" cy="430887"/>
          </a:xfrm>
          <a:prstGeom prst="rect">
            <a:avLst/>
          </a:prstGeom>
          <a:noFill/>
        </p:spPr>
        <p:txBody>
          <a:bodyPr wrap="square" lIns="0" tIns="0" rIns="0" bIns="0">
            <a:spAutoFit/>
          </a:bodyPr>
          <a:lstStyle/>
          <a:p>
            <a:pPr algn="ctr"/>
            <a:r>
              <a:rPr lang="en-US" sz="1400"/>
              <a:t>Hallucination risk</a:t>
            </a:r>
            <a:endParaRPr lang="en-US" sz="1400">
              <a:latin typeface="+mj-lt"/>
            </a:endParaRPr>
          </a:p>
        </p:txBody>
      </p:sp>
      <p:sp>
        <p:nvSpPr>
          <p:cNvPr id="14" name="TextBox 13">
            <a:extLst>
              <a:ext uri="{FF2B5EF4-FFF2-40B4-BE49-F238E27FC236}">
                <a16:creationId xmlns:a16="http://schemas.microsoft.com/office/drawing/2014/main" id="{899AB376-090C-6994-17B3-57BF13EBC95E}"/>
              </a:ext>
            </a:extLst>
          </p:cNvPr>
          <p:cNvSpPr txBox="1"/>
          <p:nvPr/>
        </p:nvSpPr>
        <p:spPr>
          <a:xfrm>
            <a:off x="5449190" y="846092"/>
            <a:ext cx="835165" cy="215444"/>
          </a:xfrm>
          <a:prstGeom prst="rect">
            <a:avLst/>
          </a:prstGeom>
          <a:noFill/>
        </p:spPr>
        <p:txBody>
          <a:bodyPr wrap="none" lIns="0" tIns="0" rIns="0" bIns="0">
            <a:spAutoFit/>
          </a:bodyPr>
          <a:lstStyle/>
          <a:p>
            <a:pPr algn="ctr"/>
            <a:r>
              <a:rPr lang="en-US" sz="1400"/>
              <a:t>Model drift</a:t>
            </a:r>
          </a:p>
        </p:txBody>
      </p:sp>
      <p:sp>
        <p:nvSpPr>
          <p:cNvPr id="16" name="TextBox 15">
            <a:extLst>
              <a:ext uri="{FF2B5EF4-FFF2-40B4-BE49-F238E27FC236}">
                <a16:creationId xmlns:a16="http://schemas.microsoft.com/office/drawing/2014/main" id="{FBFC922D-F89E-9C8D-B124-D78E04FC4479}"/>
              </a:ext>
            </a:extLst>
          </p:cNvPr>
          <p:cNvSpPr txBox="1"/>
          <p:nvPr/>
        </p:nvSpPr>
        <p:spPr>
          <a:xfrm>
            <a:off x="6841819" y="846092"/>
            <a:ext cx="1514058" cy="430887"/>
          </a:xfrm>
          <a:prstGeom prst="rect">
            <a:avLst/>
          </a:prstGeom>
          <a:noFill/>
        </p:spPr>
        <p:txBody>
          <a:bodyPr wrap="square" lIns="0" tIns="0" rIns="0" bIns="0">
            <a:spAutoFit/>
          </a:bodyPr>
          <a:lstStyle/>
          <a:p>
            <a:pPr algn="ctr"/>
            <a:r>
              <a:rPr lang="en-US" sz="1400"/>
              <a:t>Regulatory misinterpretation</a:t>
            </a:r>
          </a:p>
        </p:txBody>
      </p:sp>
      <p:sp>
        <p:nvSpPr>
          <p:cNvPr id="18" name="TextBox 17">
            <a:extLst>
              <a:ext uri="{FF2B5EF4-FFF2-40B4-BE49-F238E27FC236}">
                <a16:creationId xmlns:a16="http://schemas.microsoft.com/office/drawing/2014/main" id="{80E602AD-C64C-F629-5574-EEAD74B39930}"/>
              </a:ext>
            </a:extLst>
          </p:cNvPr>
          <p:cNvSpPr txBox="1"/>
          <p:nvPr/>
        </p:nvSpPr>
        <p:spPr>
          <a:xfrm>
            <a:off x="8913341" y="846092"/>
            <a:ext cx="1280160" cy="430887"/>
          </a:xfrm>
          <a:prstGeom prst="rect">
            <a:avLst/>
          </a:prstGeom>
          <a:noFill/>
        </p:spPr>
        <p:txBody>
          <a:bodyPr wrap="square" lIns="0" tIns="0" rIns="0" bIns="0">
            <a:spAutoFit/>
          </a:bodyPr>
          <a:lstStyle/>
          <a:p>
            <a:pPr algn="ctr"/>
            <a:r>
              <a:rPr lang="en-US" sz="1400"/>
              <a:t>Accountability ambiguity</a:t>
            </a:r>
          </a:p>
        </p:txBody>
      </p:sp>
      <p:sp>
        <p:nvSpPr>
          <p:cNvPr id="20" name="TextBox 19">
            <a:extLst>
              <a:ext uri="{FF2B5EF4-FFF2-40B4-BE49-F238E27FC236}">
                <a16:creationId xmlns:a16="http://schemas.microsoft.com/office/drawing/2014/main" id="{2B7A2087-4ECD-D0DF-A6E9-93198D25CEB0}"/>
              </a:ext>
            </a:extLst>
          </p:cNvPr>
          <p:cNvSpPr txBox="1"/>
          <p:nvPr/>
        </p:nvSpPr>
        <p:spPr>
          <a:xfrm>
            <a:off x="10750968" y="846092"/>
            <a:ext cx="857351" cy="215444"/>
          </a:xfrm>
          <a:prstGeom prst="rect">
            <a:avLst/>
          </a:prstGeom>
          <a:noFill/>
        </p:spPr>
        <p:txBody>
          <a:bodyPr wrap="none" lIns="0" tIns="0" rIns="0" bIns="0">
            <a:spAutoFit/>
          </a:bodyPr>
          <a:lstStyle/>
          <a:p>
            <a:pPr algn="ctr"/>
            <a:r>
              <a:rPr lang="en-US" sz="1400"/>
              <a:t>Shadow AI</a:t>
            </a:r>
          </a:p>
        </p:txBody>
      </p:sp>
      <p:cxnSp>
        <p:nvCxnSpPr>
          <p:cNvPr id="23" name="Straight Connector 22">
            <a:extLst>
              <a:ext uri="{FF2B5EF4-FFF2-40B4-BE49-F238E27FC236}">
                <a16:creationId xmlns:a16="http://schemas.microsoft.com/office/drawing/2014/main" id="{C94A3256-4662-04EF-DBDA-9EC3E6FDF5AC}"/>
              </a:ext>
            </a:extLst>
          </p:cNvPr>
          <p:cNvCxnSpPr/>
          <p:nvPr/>
        </p:nvCxnSpPr>
        <p:spPr>
          <a:xfrm>
            <a:off x="5170458" y="889000"/>
            <a:ext cx="0" cy="387979"/>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FDA34C3-02AB-96E8-FAC5-048C5633F132}"/>
              </a:ext>
            </a:extLst>
          </p:cNvPr>
          <p:cNvCxnSpPr/>
          <p:nvPr/>
        </p:nvCxnSpPr>
        <p:spPr>
          <a:xfrm>
            <a:off x="6563087" y="889000"/>
            <a:ext cx="0" cy="387979"/>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8F95DCE-FF32-E44E-2500-C97F0E9DA320}"/>
              </a:ext>
            </a:extLst>
          </p:cNvPr>
          <p:cNvCxnSpPr/>
          <p:nvPr/>
        </p:nvCxnSpPr>
        <p:spPr>
          <a:xfrm>
            <a:off x="8634609" y="889000"/>
            <a:ext cx="0" cy="387979"/>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4F6260ED-0B04-8533-3BEA-76489E806B92}"/>
              </a:ext>
            </a:extLst>
          </p:cNvPr>
          <p:cNvCxnSpPr/>
          <p:nvPr/>
        </p:nvCxnSpPr>
        <p:spPr>
          <a:xfrm>
            <a:off x="10472233" y="889000"/>
            <a:ext cx="0" cy="387979"/>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99A182CE-5666-EC7A-C0B1-C00F84A7DD94}"/>
              </a:ext>
            </a:extLst>
          </p:cNvPr>
          <p:cNvSpPr txBox="1"/>
          <p:nvPr/>
        </p:nvSpPr>
        <p:spPr>
          <a:xfrm>
            <a:off x="3613394" y="1832314"/>
            <a:ext cx="8210306" cy="1253689"/>
          </a:xfrm>
          <a:prstGeom prst="rect">
            <a:avLst/>
          </a:prstGeom>
          <a:solidFill>
            <a:srgbClr val="FFF5ED"/>
          </a:solidFill>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algn="ctr"/>
            <a:r>
              <a:rPr lang="en-US" sz="1400" b="1"/>
              <a:t>Address head-on:</a:t>
            </a:r>
          </a:p>
        </p:txBody>
      </p:sp>
      <p:sp>
        <p:nvSpPr>
          <p:cNvPr id="28" name="TextBox 27">
            <a:extLst>
              <a:ext uri="{FF2B5EF4-FFF2-40B4-BE49-F238E27FC236}">
                <a16:creationId xmlns:a16="http://schemas.microsoft.com/office/drawing/2014/main" id="{013AAB38-201F-106C-F41F-280EF6D74C87}"/>
              </a:ext>
            </a:extLst>
          </p:cNvPr>
          <p:cNvSpPr txBox="1"/>
          <p:nvPr/>
        </p:nvSpPr>
        <p:spPr>
          <a:xfrm>
            <a:off x="3703006" y="2305518"/>
            <a:ext cx="1188720" cy="430887"/>
          </a:xfrm>
          <a:prstGeom prst="rect">
            <a:avLst/>
          </a:prstGeom>
          <a:noFill/>
        </p:spPr>
        <p:txBody>
          <a:bodyPr wrap="square" lIns="0" tIns="0" rIns="0" bIns="0">
            <a:spAutoFit/>
          </a:bodyPr>
          <a:lstStyle/>
          <a:p>
            <a:pPr algn="ctr"/>
            <a:r>
              <a:rPr lang="en-US" sz="1400"/>
              <a:t>Prompt governance</a:t>
            </a:r>
          </a:p>
        </p:txBody>
      </p:sp>
      <p:sp>
        <p:nvSpPr>
          <p:cNvPr id="29" name="TextBox 28">
            <a:extLst>
              <a:ext uri="{FF2B5EF4-FFF2-40B4-BE49-F238E27FC236}">
                <a16:creationId xmlns:a16="http://schemas.microsoft.com/office/drawing/2014/main" id="{2E2C5062-EEC8-BF04-72A7-0BC721A73FFA}"/>
              </a:ext>
            </a:extLst>
          </p:cNvPr>
          <p:cNvSpPr txBox="1"/>
          <p:nvPr/>
        </p:nvSpPr>
        <p:spPr>
          <a:xfrm>
            <a:off x="5341790" y="2305518"/>
            <a:ext cx="1264770" cy="430887"/>
          </a:xfrm>
          <a:prstGeom prst="rect">
            <a:avLst/>
          </a:prstGeom>
          <a:noFill/>
        </p:spPr>
        <p:txBody>
          <a:bodyPr wrap="none" lIns="0" tIns="0" rIns="0" bIns="0">
            <a:spAutoFit/>
          </a:bodyPr>
          <a:lstStyle/>
          <a:p>
            <a:pPr algn="ctr"/>
            <a:r>
              <a:rPr lang="en-US" sz="1400"/>
              <a:t>Agent logging &amp;</a:t>
            </a:r>
            <a:br>
              <a:rPr lang="en-US" sz="1400"/>
            </a:br>
            <a:r>
              <a:rPr lang="en-US" sz="1400"/>
              <a:t>explainability</a:t>
            </a:r>
          </a:p>
        </p:txBody>
      </p:sp>
      <p:sp>
        <p:nvSpPr>
          <p:cNvPr id="30" name="TextBox 29">
            <a:extLst>
              <a:ext uri="{FF2B5EF4-FFF2-40B4-BE49-F238E27FC236}">
                <a16:creationId xmlns:a16="http://schemas.microsoft.com/office/drawing/2014/main" id="{021CBE16-201C-9656-CD50-2FB1B2B8EBE0}"/>
              </a:ext>
            </a:extLst>
          </p:cNvPr>
          <p:cNvSpPr txBox="1"/>
          <p:nvPr/>
        </p:nvSpPr>
        <p:spPr>
          <a:xfrm>
            <a:off x="7056624" y="2305518"/>
            <a:ext cx="1514058" cy="430887"/>
          </a:xfrm>
          <a:prstGeom prst="rect">
            <a:avLst/>
          </a:prstGeom>
          <a:noFill/>
        </p:spPr>
        <p:txBody>
          <a:bodyPr wrap="square" lIns="0" tIns="0" rIns="0" bIns="0">
            <a:spAutoFit/>
          </a:bodyPr>
          <a:lstStyle/>
          <a:p>
            <a:pPr algn="ctr"/>
            <a:r>
              <a:rPr lang="en-US" sz="1400"/>
              <a:t>Human checkpoints</a:t>
            </a:r>
          </a:p>
        </p:txBody>
      </p:sp>
      <p:sp>
        <p:nvSpPr>
          <p:cNvPr id="31" name="TextBox 30">
            <a:extLst>
              <a:ext uri="{FF2B5EF4-FFF2-40B4-BE49-F238E27FC236}">
                <a16:creationId xmlns:a16="http://schemas.microsoft.com/office/drawing/2014/main" id="{134D7BA2-20C1-AC60-CACC-9531C2617F56}"/>
              </a:ext>
            </a:extLst>
          </p:cNvPr>
          <p:cNvSpPr txBox="1"/>
          <p:nvPr/>
        </p:nvSpPr>
        <p:spPr>
          <a:xfrm>
            <a:off x="9020746" y="2305518"/>
            <a:ext cx="1280160" cy="430887"/>
          </a:xfrm>
          <a:prstGeom prst="rect">
            <a:avLst/>
          </a:prstGeom>
          <a:noFill/>
        </p:spPr>
        <p:txBody>
          <a:bodyPr wrap="square" lIns="0" tIns="0" rIns="0" bIns="0">
            <a:spAutoFit/>
          </a:bodyPr>
          <a:lstStyle/>
          <a:p>
            <a:pPr algn="ctr"/>
            <a:r>
              <a:rPr lang="en-US" sz="1400"/>
              <a:t>AI model validation</a:t>
            </a:r>
          </a:p>
        </p:txBody>
      </p:sp>
      <p:sp>
        <p:nvSpPr>
          <p:cNvPr id="32" name="TextBox 31">
            <a:extLst>
              <a:ext uri="{FF2B5EF4-FFF2-40B4-BE49-F238E27FC236}">
                <a16:creationId xmlns:a16="http://schemas.microsoft.com/office/drawing/2014/main" id="{A5B1A353-39FB-B07A-7C54-D7FF8B0465D3}"/>
              </a:ext>
            </a:extLst>
          </p:cNvPr>
          <p:cNvSpPr txBox="1"/>
          <p:nvPr/>
        </p:nvSpPr>
        <p:spPr>
          <a:xfrm>
            <a:off x="10750968" y="2305518"/>
            <a:ext cx="907300" cy="215444"/>
          </a:xfrm>
          <a:prstGeom prst="rect">
            <a:avLst/>
          </a:prstGeom>
          <a:noFill/>
        </p:spPr>
        <p:txBody>
          <a:bodyPr wrap="none" lIns="0" tIns="0" rIns="0" bIns="0">
            <a:spAutoFit/>
          </a:bodyPr>
          <a:lstStyle/>
          <a:p>
            <a:pPr algn="ctr"/>
            <a:r>
              <a:rPr lang="en-US" sz="1400"/>
              <a:t>Clear RACI</a:t>
            </a:r>
          </a:p>
        </p:txBody>
      </p:sp>
      <p:cxnSp>
        <p:nvCxnSpPr>
          <p:cNvPr id="33" name="Straight Connector 32">
            <a:extLst>
              <a:ext uri="{FF2B5EF4-FFF2-40B4-BE49-F238E27FC236}">
                <a16:creationId xmlns:a16="http://schemas.microsoft.com/office/drawing/2014/main" id="{D6959A82-9270-6D11-EA90-1F2754A9DFA7}"/>
              </a:ext>
            </a:extLst>
          </p:cNvPr>
          <p:cNvCxnSpPr/>
          <p:nvPr/>
        </p:nvCxnSpPr>
        <p:spPr>
          <a:xfrm>
            <a:off x="5116758" y="2348426"/>
            <a:ext cx="0" cy="387979"/>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B2BA97EC-E09C-0065-C3EA-7FF6501AF848}"/>
              </a:ext>
            </a:extLst>
          </p:cNvPr>
          <p:cNvCxnSpPr/>
          <p:nvPr/>
        </p:nvCxnSpPr>
        <p:spPr>
          <a:xfrm>
            <a:off x="6831592" y="2348426"/>
            <a:ext cx="0" cy="387979"/>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E764FD53-5AB7-5F85-1C33-7670C315D6FD}"/>
              </a:ext>
            </a:extLst>
          </p:cNvPr>
          <p:cNvCxnSpPr/>
          <p:nvPr/>
        </p:nvCxnSpPr>
        <p:spPr>
          <a:xfrm>
            <a:off x="8795714" y="2348426"/>
            <a:ext cx="0" cy="387979"/>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A55F062A-6B12-9F3A-88AA-FC91B9E633C3}"/>
              </a:ext>
            </a:extLst>
          </p:cNvPr>
          <p:cNvCxnSpPr/>
          <p:nvPr/>
        </p:nvCxnSpPr>
        <p:spPr>
          <a:xfrm>
            <a:off x="10525938" y="2348426"/>
            <a:ext cx="0" cy="387979"/>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41" name="Picture 40">
            <a:extLst>
              <a:ext uri="{FF2B5EF4-FFF2-40B4-BE49-F238E27FC236}">
                <a16:creationId xmlns:a16="http://schemas.microsoft.com/office/drawing/2014/main" id="{DB7EBD1D-C3BF-AF1F-3A47-CE268EC0DFCD}"/>
              </a:ext>
            </a:extLst>
          </p:cNvPr>
          <p:cNvPicPr>
            <a:picLocks noChangeAspect="1"/>
          </p:cNvPicPr>
          <p:nvPr/>
        </p:nvPicPr>
        <p:blipFill>
          <a:blip r:embed="rId2" cstate="print">
            <a:extLst>
              <a:ext uri="{28A0092B-C50C-407E-A947-70E740481C1C}">
                <a14:useLocalDpi xmlns:a14="http://schemas.microsoft.com/office/drawing/2010/main"/>
              </a:ext>
            </a:extLst>
          </a:blip>
          <a:srcRect t="21789" b="34688"/>
          <a:stretch>
            <a:fillRect/>
          </a:stretch>
        </p:blipFill>
        <p:spPr>
          <a:xfrm>
            <a:off x="0" y="3371850"/>
            <a:ext cx="12192000" cy="3486150"/>
          </a:xfrm>
          <a:prstGeom prst="rect">
            <a:avLst/>
          </a:prstGeom>
        </p:spPr>
      </p:pic>
      <p:sp>
        <p:nvSpPr>
          <p:cNvPr id="42" name="TextBox 41">
            <a:extLst>
              <a:ext uri="{FF2B5EF4-FFF2-40B4-BE49-F238E27FC236}">
                <a16:creationId xmlns:a16="http://schemas.microsoft.com/office/drawing/2014/main" id="{43D4C12D-7D55-59F7-F5A8-B6827FA51F23}"/>
              </a:ext>
            </a:extLst>
          </p:cNvPr>
          <p:cNvSpPr txBox="1"/>
          <p:nvPr/>
        </p:nvSpPr>
        <p:spPr>
          <a:xfrm>
            <a:off x="368300" y="6564567"/>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43" name="TextBox 42">
            <a:extLst>
              <a:ext uri="{FF2B5EF4-FFF2-40B4-BE49-F238E27FC236}">
                <a16:creationId xmlns:a16="http://schemas.microsoft.com/office/drawing/2014/main" id="{B93D5258-0344-42FE-E452-759CE8149AE1}"/>
              </a:ext>
            </a:extLst>
          </p:cNvPr>
          <p:cNvSpPr txBox="1"/>
          <p:nvPr/>
        </p:nvSpPr>
        <p:spPr>
          <a:xfrm>
            <a:off x="1066800" y="6564567"/>
            <a:ext cx="3321957" cy="161583"/>
          </a:xfrm>
          <a:prstGeom prst="rect">
            <a:avLst/>
          </a:prstGeom>
          <a:noFill/>
        </p:spPr>
        <p:txBody>
          <a:bodyPr wrap="square" lIns="0" tIns="0" rIns="0" bIns="0" rtlCol="0">
            <a:spAutoFit/>
          </a:bodyPr>
          <a:lstStyle/>
          <a:p>
            <a:pPr algn="l"/>
            <a:r>
              <a:rPr lang="en-US" sz="1050" b="0">
                <a:solidFill>
                  <a:schemeClr val="tx1"/>
                </a:solidFill>
              </a:rPr>
              <a:t>The Next Generation of Risk Analytics</a:t>
            </a:r>
          </a:p>
        </p:txBody>
      </p:sp>
      <p:sp>
        <p:nvSpPr>
          <p:cNvPr id="44" name="Slide Number Placeholder 5">
            <a:extLst>
              <a:ext uri="{FF2B5EF4-FFF2-40B4-BE49-F238E27FC236}">
                <a16:creationId xmlns:a16="http://schemas.microsoft.com/office/drawing/2014/main" id="{62213D55-2B61-AF9C-4095-C101160299D3}"/>
              </a:ext>
            </a:extLst>
          </p:cNvPr>
          <p:cNvSpPr txBox="1">
            <a:spLocks/>
          </p:cNvSpPr>
          <p:nvPr/>
        </p:nvSpPr>
        <p:spPr>
          <a:xfrm flipH="1">
            <a:off x="11535743" y="6564567"/>
            <a:ext cx="287957" cy="161583"/>
          </a:xfrm>
          <a:prstGeom prst="rect">
            <a:avLst/>
          </a:prstGeom>
        </p:spPr>
        <p:txBody>
          <a:bodyPr vert="horz" lIns="0" tIns="0" rIns="0" bIns="0" rtlCol="0" anchor="ctr">
            <a:spAutoFit/>
          </a:bodyPr>
          <a:lstStyle>
            <a:defPPr>
              <a:defRPr lang="en-US"/>
            </a:defPPr>
            <a:lvl1pPr marL="0" algn="ctr" defTabSz="914400" rtl="0" eaLnBrk="1" latinLnBrk="0" hangingPunct="1">
              <a:defRPr sz="800" b="0" i="0" kern="1200">
                <a:solidFill>
                  <a:schemeClr val="tx1"/>
                </a:solidFill>
                <a:latin typeface="Euclid Flex" panose="020B0500030000000000"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317F6C3-1B14-CD45-925E-455D58F15A60}" type="slidenum">
              <a:rPr lang="en-US" sz="1050" smtClean="0">
                <a:solidFill>
                  <a:schemeClr val="tx2"/>
                </a:solidFill>
                <a:latin typeface="+mn-lt"/>
              </a:rPr>
              <a:pPr algn="r"/>
              <a:t>18</a:t>
            </a:fld>
            <a:endParaRPr lang="en-US" sz="1050">
              <a:solidFill>
                <a:schemeClr val="tx2"/>
              </a:solidFill>
              <a:latin typeface="+mn-lt"/>
            </a:endParaRPr>
          </a:p>
        </p:txBody>
      </p:sp>
    </p:spTree>
    <p:extLst>
      <p:ext uri="{BB962C8B-B14F-4D97-AF65-F5344CB8AC3E}">
        <p14:creationId xmlns:p14="http://schemas.microsoft.com/office/powerpoint/2010/main" val="11171464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5BC67D8D-EF23-374C-8C54-E7AC3CBFA581}" vid="{A1C02B5A-F849-624C-9DF9-F10A3E7A73B8}"/>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02454D1-E47C-8143-BD11-D1CE754A9956}">
  <we:reference id="2cb3dfe7-199f-46bf-bb56-17a7fca0f469" version="14.1.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8a2515c-e77a-45ce-8d57-24b3e6cf1692">
      <Terms xmlns="http://schemas.microsoft.com/office/infopath/2007/PartnerControls"/>
    </lcf76f155ced4ddcb4097134ff3c332f>
    <TaxCatchAll xmlns="5575c59f-6f3f-42e8-a09c-94f50b80618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C83612C91EBD245B4912904BD3F4FEB" ma:contentTypeVersion="15" ma:contentTypeDescription="Create a new document." ma:contentTypeScope="" ma:versionID="6d896cf01b5abb8074c136ece853fb0d">
  <xsd:schema xmlns:xsd="http://www.w3.org/2001/XMLSchema" xmlns:xs="http://www.w3.org/2001/XMLSchema" xmlns:p="http://schemas.microsoft.com/office/2006/metadata/properties" xmlns:ns2="78a2515c-e77a-45ce-8d57-24b3e6cf1692" xmlns:ns3="5575c59f-6f3f-42e8-a09c-94f50b80618d" targetNamespace="http://schemas.microsoft.com/office/2006/metadata/properties" ma:root="true" ma:fieldsID="6ef44a9487be9bb22534f7bc39d19d94" ns2:_="" ns3:_="">
    <xsd:import namespace="78a2515c-e77a-45ce-8d57-24b3e6cf1692"/>
    <xsd:import namespace="5575c59f-6f3f-42e8-a09c-94f50b8061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BillingMetadata"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a2515c-e77a-45ce-8d57-24b3e6cf169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47bde53e-b0a2-4e98-8550-8a152603f3a2"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575c59f-6f3f-42e8-a09c-94f50b80618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e012600-829e-43a3-84dc-a6ed059271ff}" ma:internalName="TaxCatchAll" ma:showField="CatchAllData" ma:web="5575c59f-6f3f-42e8-a09c-94f50b8061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C265105-FE1D-453C-BB54-B143C57411F1}">
  <ds:schemaRefs>
    <ds:schemaRef ds:uri="http://schemas.microsoft.com/sharepoint/v3/contenttype/forms"/>
  </ds:schemaRefs>
</ds:datastoreItem>
</file>

<file path=customXml/itemProps2.xml><?xml version="1.0" encoding="utf-8"?>
<ds:datastoreItem xmlns:ds="http://schemas.openxmlformats.org/officeDocument/2006/customXml" ds:itemID="{FA758F2C-2961-4F3E-AF6C-A7AAF8C806B2}">
  <ds:schemaRefs>
    <ds:schemaRef ds:uri="5575c59f-6f3f-42e8-a09c-94f50b80618d"/>
    <ds:schemaRef ds:uri="78a2515c-e77a-45ce-8d57-24b3e6cf169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4E3F4B4-0CD8-4DEA-84FF-82000772EF3C}">
  <ds:schemaRefs>
    <ds:schemaRef ds:uri="5575c59f-6f3f-42e8-a09c-94f50b80618d"/>
    <ds:schemaRef ds:uri="78a2515c-e77a-45ce-8d57-24b3e6cf169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18</Slides>
  <Notes>13</Notes>
  <HiddenSlides>0</HiddenSlides>
  <ScaleCrop>false</ScaleCrop>
  <HeadingPairs>
    <vt:vector size="4" baseType="variant">
      <vt:variant>
        <vt:lpstr>Theme</vt:lpstr>
      </vt:variant>
      <vt:variant>
        <vt:i4>2</vt:i4>
      </vt:variant>
      <vt:variant>
        <vt:lpstr>Slide Titles</vt:lpstr>
      </vt:variant>
      <vt:variant>
        <vt:i4>18</vt:i4>
      </vt:variant>
    </vt:vector>
  </HeadingPairs>
  <TitlesOfParts>
    <vt:vector size="20" baseType="lpstr">
      <vt:lpstr>PwC Slide Master</vt:lpstr>
      <vt:lpstr>1_Office Theme</vt:lpstr>
      <vt:lpstr>The Next Generation of Risk Analytics</vt:lpstr>
      <vt:lpstr>Agenda </vt:lpstr>
      <vt:lpstr>A Day in the Life of a Modern Risk Function</vt:lpstr>
      <vt:lpstr>The disruption of work has begun: Reimagining value chains and organizational dynamics</vt:lpstr>
      <vt:lpstr>Native AI companies have shown what the productivity revolution looks like</vt:lpstr>
      <vt:lpstr>Native AI companies are leading the way - demonstrating what is possible</vt:lpstr>
      <vt:lpstr>Guiding Clients Towards the value generating ‘Agentic Enabled Zone’ in Financial Services</vt:lpstr>
      <vt:lpstr>What is the backbone of this future | What are AI Agents </vt:lpstr>
      <vt:lpstr>Where Agentic AI Sits in the Risk Tech Stack</vt:lpstr>
      <vt:lpstr>What Is “Next Generation Risk Analytics”?</vt:lpstr>
      <vt:lpstr>C-Suite Engagement Map</vt:lpstr>
      <vt:lpstr>CDA Demo</vt:lpstr>
      <vt:lpstr>Applying Agentic AI across the risk &amp; compliance value chain – a focus on Testing &amp; Monitoring</vt:lpstr>
      <vt:lpstr>PowerPoint Presentation</vt:lpstr>
      <vt:lpstr>An Agentic AI framework for Control Design Assessment</vt:lpstr>
      <vt:lpstr>The Integrated Risk Management Solution Life Cycle</vt:lpstr>
      <vt:lpstr>PowerPoint Presentation</vt:lpstr>
      <vt:lpstr>Risks Introduced by Agentic AI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Abhijit A Chowdhury</dc:creator>
  <cp:revision>2</cp:revision>
  <dcterms:created xsi:type="dcterms:W3CDTF">2026-02-16T17:06:33Z</dcterms:created>
  <dcterms:modified xsi:type="dcterms:W3CDTF">2026-05-05T10:43:39Z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0x010100BC83612C91EBD245B4912904BD3F4FEB</vt:lpwstr>
  </property>
  <property fmtid="{D5CDD505-2E9C-101B-9397-08002B2CF9AE}" pid="3" name="Order">
    <vt:r8>14100</vt:r8>
  </property>
  <property fmtid="{D5CDD505-2E9C-101B-9397-08002B2CF9AE}" pid="4" name="TriggerFlowInfo">
    <vt:lpwstr/>
  </property>
  <property fmtid="{D5CDD505-2E9C-101B-9397-08002B2CF9AE}" pid="5" name="ComplianceAssetId">
    <vt:lpwstr/>
  </property>
  <property fmtid="{D5CDD505-2E9C-101B-9397-08002B2CF9AE}" pid="6" name="_ExtendedDescription">
    <vt:lpwstr/>
  </property>
  <property fmtid="{D5CDD505-2E9C-101B-9397-08002B2CF9AE}" pid="7" name="MediaServiceImageTags">
    <vt:lpwstr/>
  </property>
</Properties>
</file>