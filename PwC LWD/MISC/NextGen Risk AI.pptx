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147471582" r:id="rId5"/>
    <p:sldId id="2147471584" r:id="rId6"/>
    <p:sldId id="2147471715" r:id="rId7"/>
    <p:sldId id="2147471579" r:id="rId8"/>
    <p:sldId id="2147471578" r:id="rId9"/>
    <p:sldId id="21474717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1A863-4850-5950-0EF3-92ABAEB7B2E0}" name="Tejal Rane (US)" initials="T(" userId="S::tejal.p.rane@pwc.com::c8becd6c-20b5-4b3e-aa73-85d8d375b8e5" providerId="AD"/>
  <p188:author id="{0832F07A-70F7-08A6-A79E-26C1D1450C5A}" name="Shikhar Gupta (US)" initials="" userId="S::shikhar.gupta@pwc.com::b5806522-1320-400e-b57f-aa0a48960958" providerId="AD"/>
  <p188:author id="{8A20189A-492E-06F3-035B-5A6BB2260A33}" name="Iman Giri (AC India)" initials="" userId="S::iman.s.giri@pwc.com::5e9e8082-9268-48ba-ac3d-14ade8c5f315" providerId="AD"/>
  <p188:author id="{B76E4FB7-5740-D474-F981-B36BB2803977}" name="Helen Harris (US)" initials="H(" userId="S::helen.harris@pwc.com::a4c8daa2-4496-45b4-8033-0317c1fbb7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an Giri (AC India)" userId="S::iman.s.giri@pwc.com::5e9e8082-9268-48ba-ac3d-14ade8c5f315" providerId="AD" clId="Web-{11D06E4B-F34F-44C4-B4EB-BF9500C0505D}"/>
    <pc:docChg chg="modSld">
      <pc:chgData name="Iman Giri (AC India)" userId="S::iman.s.giri@pwc.com::5e9e8082-9268-48ba-ac3d-14ade8c5f315" providerId="AD" clId="Web-{11D06E4B-F34F-44C4-B4EB-BF9500C0505D}" dt="2026-01-21T11:09:41.484" v="1" actId="1076"/>
      <pc:docMkLst>
        <pc:docMk/>
      </pc:docMkLst>
      <pc:sldChg chg="modSp">
        <pc:chgData name="Iman Giri (AC India)" userId="S::iman.s.giri@pwc.com::5e9e8082-9268-48ba-ac3d-14ade8c5f315" providerId="AD" clId="Web-{11D06E4B-F34F-44C4-B4EB-BF9500C0505D}" dt="2026-01-21T11:09:41.484" v="1" actId="1076"/>
        <pc:sldMkLst>
          <pc:docMk/>
          <pc:sldMk cId="1229111597" sldId="2147471582"/>
        </pc:sldMkLst>
        <pc:spChg chg="mod">
          <ac:chgData name="Iman Giri (AC India)" userId="S::iman.s.giri@pwc.com::5e9e8082-9268-48ba-ac3d-14ade8c5f315" providerId="AD" clId="Web-{11D06E4B-F34F-44C4-B4EB-BF9500C0505D}" dt="2026-01-21T11:09:41.484" v="1" actId="1076"/>
          <ac:spMkLst>
            <pc:docMk/>
            <pc:sldMk cId="1229111597" sldId="2147471582"/>
            <ac:spMk id="18" creationId="{7D6F5777-CD0D-57B2-1E7D-5C4A70A902D9}"/>
          </ac:spMkLst>
        </pc:spChg>
      </pc:sldChg>
    </pc:docChg>
  </pc:docChgLst>
  <pc:docChgLst>
    <pc:chgData name="Abhishek Kumar (AC India)" userId="2a78ef98-b9c1-41a2-be1b-bc4f34d00dbe" providerId="ADAL" clId="{46268406-27A5-469B-B440-B671BD626F1F}"/>
    <pc:docChg chg="modSld">
      <pc:chgData name="Abhishek Kumar (AC India)" userId="2a78ef98-b9c1-41a2-be1b-bc4f34d00dbe" providerId="ADAL" clId="{46268406-27A5-469B-B440-B671BD626F1F}" dt="2026-01-21T06:25:20.645" v="10" actId="20577"/>
      <pc:docMkLst>
        <pc:docMk/>
      </pc:docMkLst>
      <pc:sldChg chg="modSp mod">
        <pc:chgData name="Abhishek Kumar (AC India)" userId="2a78ef98-b9c1-41a2-be1b-bc4f34d00dbe" providerId="ADAL" clId="{46268406-27A5-469B-B440-B671BD626F1F}" dt="2026-01-21T06:25:20.645" v="10" actId="20577"/>
        <pc:sldMkLst>
          <pc:docMk/>
          <pc:sldMk cId="1229111597" sldId="2147471582"/>
        </pc:sldMkLst>
        <pc:spChg chg="mod">
          <ac:chgData name="Abhishek Kumar (AC India)" userId="2a78ef98-b9c1-41a2-be1b-bc4f34d00dbe" providerId="ADAL" clId="{46268406-27A5-469B-B440-B671BD626F1F}" dt="2026-01-21T06:25:20.645" v="10" actId="20577"/>
          <ac:spMkLst>
            <pc:docMk/>
            <pc:sldMk cId="1229111597" sldId="2147471582"/>
            <ac:spMk id="18" creationId="{7D6F5777-CD0D-57B2-1E7D-5C4A70A902D9}"/>
          </ac:spMkLst>
        </pc:spChg>
      </pc:sldChg>
    </pc:docChg>
  </pc:docChgLst>
  <pc:docChgLst>
    <pc:chgData name="Abhishek Kumar (AC India)" userId="S::kumar.k.a.abhishek@pwc.com::2a78ef98-b9c1-41a2-be1b-bc4f34d00dbe" providerId="AD" clId="Web-{2ACCFF4F-7515-4EEB-460B-24B6BF2AE119}"/>
    <pc:docChg chg="modSld">
      <pc:chgData name="Abhishek Kumar (AC India)" userId="S::kumar.k.a.abhishek@pwc.com::2a78ef98-b9c1-41a2-be1b-bc4f34d00dbe" providerId="AD" clId="Web-{2ACCFF4F-7515-4EEB-460B-24B6BF2AE119}" dt="2026-01-21T06:24:23.044" v="71" actId="20577"/>
      <pc:docMkLst>
        <pc:docMk/>
      </pc:docMkLst>
      <pc:sldChg chg="modSp">
        <pc:chgData name="Abhishek Kumar (AC India)" userId="S::kumar.k.a.abhishek@pwc.com::2a78ef98-b9c1-41a2-be1b-bc4f34d00dbe" providerId="AD" clId="Web-{2ACCFF4F-7515-4EEB-460B-24B6BF2AE119}" dt="2026-01-21T06:24:23.044" v="71" actId="20577"/>
        <pc:sldMkLst>
          <pc:docMk/>
          <pc:sldMk cId="1229111597" sldId="2147471582"/>
        </pc:sldMkLst>
        <pc:spChg chg="mod">
          <ac:chgData name="Abhishek Kumar (AC India)" userId="S::kumar.k.a.abhishek@pwc.com::2a78ef98-b9c1-41a2-be1b-bc4f34d00dbe" providerId="AD" clId="Web-{2ACCFF4F-7515-4EEB-460B-24B6BF2AE119}" dt="2026-01-21T06:24:23.044" v="71" actId="20577"/>
          <ac:spMkLst>
            <pc:docMk/>
            <pc:sldMk cId="1229111597" sldId="2147471582"/>
            <ac:spMk id="10" creationId="{3868A525-1C8B-618F-7507-D14A5EF635F4}"/>
          </ac:spMkLst>
        </pc:spChg>
        <pc:spChg chg="mod">
          <ac:chgData name="Abhishek Kumar (AC India)" userId="S::kumar.k.a.abhishek@pwc.com::2a78ef98-b9c1-41a2-be1b-bc4f34d00dbe" providerId="AD" clId="Web-{2ACCFF4F-7515-4EEB-460B-24B6BF2AE119}" dt="2026-01-21T06:22:37.818" v="47" actId="20577"/>
          <ac:spMkLst>
            <pc:docMk/>
            <pc:sldMk cId="1229111597" sldId="2147471582"/>
            <ac:spMk id="18" creationId="{7D6F5777-CD0D-57B2-1E7D-5C4A70A902D9}"/>
          </ac:spMkLst>
        </pc:spChg>
      </pc:sldChg>
    </pc:docChg>
  </pc:docChgLst>
  <pc:docChgLst>
    <pc:chgData name="Pushkar Singh (AC India)" userId="deff654f-3a43-44cd-8a2f-ae097fd0c718" providerId="ADAL" clId="{E3F2DD80-7BFB-4870-B291-48E097B9D87B}"/>
    <pc:docChg chg="undo custSel addSld delSld modSld delMainMaster">
      <pc:chgData name="Pushkar Singh (AC India)" userId="deff654f-3a43-44cd-8a2f-ae097fd0c718" providerId="ADAL" clId="{E3F2DD80-7BFB-4870-B291-48E097B9D87B}" dt="2026-02-11T11:55:53.001" v="282" actId="478"/>
      <pc:docMkLst>
        <pc:docMk/>
      </pc:docMkLst>
      <pc:sldChg chg="modSp mod">
        <pc:chgData name="Pushkar Singh (AC India)" userId="deff654f-3a43-44cd-8a2f-ae097fd0c718" providerId="ADAL" clId="{E3F2DD80-7BFB-4870-B291-48E097B9D87B}" dt="2026-01-27T10:30:53.852" v="279" actId="1035"/>
        <pc:sldMkLst>
          <pc:docMk/>
          <pc:sldMk cId="1379586790" sldId="2147471584"/>
        </pc:sldMkLst>
        <pc:spChg chg="mod">
          <ac:chgData name="Pushkar Singh (AC India)" userId="deff654f-3a43-44cd-8a2f-ae097fd0c718" providerId="ADAL" clId="{E3F2DD80-7BFB-4870-B291-48E097B9D87B}" dt="2026-01-27T10:30:53.852" v="279" actId="1035"/>
          <ac:spMkLst>
            <pc:docMk/>
            <pc:sldMk cId="1379586790" sldId="2147471584"/>
            <ac:spMk id="5" creationId="{56233402-6119-C3FE-F4C6-CC7655044FD2}"/>
          </ac:spMkLst>
        </pc:spChg>
        <pc:spChg chg="mod">
          <ac:chgData name="Pushkar Singh (AC India)" userId="deff654f-3a43-44cd-8a2f-ae097fd0c718" providerId="ADAL" clId="{E3F2DD80-7BFB-4870-B291-48E097B9D87B}" dt="2026-01-27T09:09:26.304" v="44" actId="20577"/>
          <ac:spMkLst>
            <pc:docMk/>
            <pc:sldMk cId="1379586790" sldId="2147471584"/>
            <ac:spMk id="9" creationId="{D51BBCC3-8F03-FC3B-0DDE-2832C4EAF111}"/>
          </ac:spMkLst>
        </pc:spChg>
        <pc:spChg chg="mod">
          <ac:chgData name="Pushkar Singh (AC India)" userId="deff654f-3a43-44cd-8a2f-ae097fd0c718" providerId="ADAL" clId="{E3F2DD80-7BFB-4870-B291-48E097B9D87B}" dt="2026-01-27T09:10:55.622" v="136" actId="20577"/>
          <ac:spMkLst>
            <pc:docMk/>
            <pc:sldMk cId="1379586790" sldId="2147471584"/>
            <ac:spMk id="10" creationId="{5022BE50-8914-A2DC-7B1A-2BA618EF763D}"/>
          </ac:spMkLst>
        </pc:spChg>
        <pc:spChg chg="mod">
          <ac:chgData name="Pushkar Singh (AC India)" userId="deff654f-3a43-44cd-8a2f-ae097fd0c718" providerId="ADAL" clId="{E3F2DD80-7BFB-4870-B291-48E097B9D87B}" dt="2026-01-27T09:19:52.262" v="206" actId="20577"/>
          <ac:spMkLst>
            <pc:docMk/>
            <pc:sldMk cId="1379586790" sldId="2147471584"/>
            <ac:spMk id="11" creationId="{E545BA8B-D8C7-1B0E-A4DC-D79F49CE0D44}"/>
          </ac:spMkLst>
        </pc:spChg>
        <pc:spChg chg="mod">
          <ac:chgData name="Pushkar Singh (AC India)" userId="deff654f-3a43-44cd-8a2f-ae097fd0c718" providerId="ADAL" clId="{E3F2DD80-7BFB-4870-B291-48E097B9D87B}" dt="2026-01-27T09:13:41.918" v="168" actId="20577"/>
          <ac:spMkLst>
            <pc:docMk/>
            <pc:sldMk cId="1379586790" sldId="2147471584"/>
            <ac:spMk id="12" creationId="{CC9A6433-CFF1-DD63-E873-41304E598E73}"/>
          </ac:spMkLst>
        </pc:spChg>
        <pc:spChg chg="mod">
          <ac:chgData name="Pushkar Singh (AC India)" userId="deff654f-3a43-44cd-8a2f-ae097fd0c718" providerId="ADAL" clId="{E3F2DD80-7BFB-4870-B291-48E097B9D87B}" dt="2026-01-27T09:42:58.840" v="256" actId="20577"/>
          <ac:spMkLst>
            <pc:docMk/>
            <pc:sldMk cId="1379586790" sldId="2147471584"/>
            <ac:spMk id="13" creationId="{FC8E6A0F-E19E-82F0-7B0E-2F3CF03DC08F}"/>
          </ac:spMkLst>
        </pc:spChg>
        <pc:spChg chg="mod">
          <ac:chgData name="Pushkar Singh (AC India)" userId="deff654f-3a43-44cd-8a2f-ae097fd0c718" providerId="ADAL" clId="{E3F2DD80-7BFB-4870-B291-48E097B9D87B}" dt="2026-01-27T09:20:25.379" v="207" actId="20577"/>
          <ac:spMkLst>
            <pc:docMk/>
            <pc:sldMk cId="1379586790" sldId="2147471584"/>
            <ac:spMk id="47" creationId="{7109F43E-15C4-06BE-FE03-015106D11D02}"/>
          </ac:spMkLst>
        </pc:spChg>
        <pc:spChg chg="mod">
          <ac:chgData name="Pushkar Singh (AC India)" userId="deff654f-3a43-44cd-8a2f-ae097fd0c718" providerId="ADAL" clId="{E3F2DD80-7BFB-4870-B291-48E097B9D87B}" dt="2026-01-27T09:20:38.062" v="244" actId="20577"/>
          <ac:spMkLst>
            <pc:docMk/>
            <pc:sldMk cId="1379586790" sldId="2147471584"/>
            <ac:spMk id="48" creationId="{6791606D-DF4E-F023-D49D-8C2B27D5BD18}"/>
          </ac:spMkLst>
        </pc:spChg>
      </pc:sldChg>
      <pc:sldChg chg="modSp add mod">
        <pc:chgData name="Pushkar Singh (AC India)" userId="deff654f-3a43-44cd-8a2f-ae097fd0c718" providerId="ADAL" clId="{E3F2DD80-7BFB-4870-B291-48E097B9D87B}" dt="2026-01-27T09:44:17.332" v="272"/>
        <pc:sldMkLst>
          <pc:docMk/>
          <pc:sldMk cId="298720530" sldId="2147471715"/>
        </pc:sldMkLst>
        <pc:spChg chg="mod">
          <ac:chgData name="Pushkar Singh (AC India)" userId="deff654f-3a43-44cd-8a2f-ae097fd0c718" providerId="ADAL" clId="{E3F2DD80-7BFB-4870-B291-48E097B9D87B}" dt="2026-01-27T09:39:37.398" v="246"/>
          <ac:spMkLst>
            <pc:docMk/>
            <pc:sldMk cId="298720530" sldId="2147471715"/>
            <ac:spMk id="5" creationId="{61E8E9A8-5BB9-11FB-A355-097137C288D8}"/>
          </ac:spMkLst>
        </pc:spChg>
        <pc:spChg chg="mod">
          <ac:chgData name="Pushkar Singh (AC India)" userId="deff654f-3a43-44cd-8a2f-ae097fd0c718" providerId="ADAL" clId="{E3F2DD80-7BFB-4870-B291-48E097B9D87B}" dt="2026-01-27T09:43:54.066" v="271" actId="1035"/>
          <ac:spMkLst>
            <pc:docMk/>
            <pc:sldMk cId="298720530" sldId="2147471715"/>
            <ac:spMk id="9" creationId="{92FD3ACB-68E9-E195-0471-11560953F550}"/>
          </ac:spMkLst>
        </pc:spChg>
        <pc:spChg chg="mod">
          <ac:chgData name="Pushkar Singh (AC India)" userId="deff654f-3a43-44cd-8a2f-ae097fd0c718" providerId="ADAL" clId="{E3F2DD80-7BFB-4870-B291-48E097B9D87B}" dt="2026-01-27T09:44:17.332" v="272"/>
          <ac:spMkLst>
            <pc:docMk/>
            <pc:sldMk cId="298720530" sldId="2147471715"/>
            <ac:spMk id="10" creationId="{18CA8DD6-59CE-033C-1C6B-E906802DE395}"/>
          </ac:spMkLst>
        </pc:spChg>
        <pc:spChg chg="mod">
          <ac:chgData name="Pushkar Singh (AC India)" userId="deff654f-3a43-44cd-8a2f-ae097fd0c718" providerId="ADAL" clId="{E3F2DD80-7BFB-4870-B291-48E097B9D87B}" dt="2026-01-27T09:42:00.853" v="247"/>
          <ac:spMkLst>
            <pc:docMk/>
            <pc:sldMk cId="298720530" sldId="2147471715"/>
            <ac:spMk id="11" creationId="{C710F93D-52DF-D705-80F9-80F9B5A9F6C0}"/>
          </ac:spMkLst>
        </pc:spChg>
        <pc:spChg chg="mod">
          <ac:chgData name="Pushkar Singh (AC India)" userId="deff654f-3a43-44cd-8a2f-ae097fd0c718" providerId="ADAL" clId="{E3F2DD80-7BFB-4870-B291-48E097B9D87B}" dt="2026-01-27T09:42:18.839" v="248"/>
          <ac:spMkLst>
            <pc:docMk/>
            <pc:sldMk cId="298720530" sldId="2147471715"/>
            <ac:spMk id="12" creationId="{0FE74916-DDF9-0044-88C0-BA5C2CDD1D69}"/>
          </ac:spMkLst>
        </pc:spChg>
        <pc:spChg chg="mod">
          <ac:chgData name="Pushkar Singh (AC India)" userId="deff654f-3a43-44cd-8a2f-ae097fd0c718" providerId="ADAL" clId="{E3F2DD80-7BFB-4870-B291-48E097B9D87B}" dt="2026-01-27T09:42:37.572" v="249"/>
          <ac:spMkLst>
            <pc:docMk/>
            <pc:sldMk cId="298720530" sldId="2147471715"/>
            <ac:spMk id="13" creationId="{820A2AFA-B969-6436-9DA5-DF88E9F2D49B}"/>
          </ac:spMkLst>
        </pc:spChg>
      </pc:sldChg>
      <pc:sldChg chg="delSp new mod">
        <pc:chgData name="Pushkar Singh (AC India)" userId="deff654f-3a43-44cd-8a2f-ae097fd0c718" providerId="ADAL" clId="{E3F2DD80-7BFB-4870-B291-48E097B9D87B}" dt="2026-02-11T11:55:53.001" v="282" actId="478"/>
        <pc:sldMkLst>
          <pc:docMk/>
          <pc:sldMk cId="2525169427" sldId="2147471716"/>
        </pc:sldMkLst>
        <pc:spChg chg="del">
          <ac:chgData name="Pushkar Singh (AC India)" userId="deff654f-3a43-44cd-8a2f-ae097fd0c718" providerId="ADAL" clId="{E3F2DD80-7BFB-4870-B291-48E097B9D87B}" dt="2026-02-11T11:55:48.538" v="281" actId="478"/>
          <ac:spMkLst>
            <pc:docMk/>
            <pc:sldMk cId="2525169427" sldId="2147471716"/>
            <ac:spMk id="2" creationId="{4F19E9B7-A863-D3A4-6102-C1E4C87C871B}"/>
          </ac:spMkLst>
        </pc:spChg>
        <pc:spChg chg="del">
          <ac:chgData name="Pushkar Singh (AC India)" userId="deff654f-3a43-44cd-8a2f-ae097fd0c718" providerId="ADAL" clId="{E3F2DD80-7BFB-4870-B291-48E097B9D87B}" dt="2026-02-11T11:55:53.001" v="282" actId="478"/>
          <ac:spMkLst>
            <pc:docMk/>
            <pc:sldMk cId="2525169427" sldId="2147471716"/>
            <ac:spMk id="3" creationId="{124E9FBF-750E-4858-0A0E-6F5D96A3AFA8}"/>
          </ac:spMkLst>
        </pc:spChg>
      </pc:sldChg>
    </pc:docChg>
  </pc:docChgLst>
  <pc:docChgLst>
    <pc:chgData name="Ankur Dastidar (AC India)" userId="d547b818-6f5c-40ce-8462-c2395318a5e5" providerId="ADAL" clId="{6B5BE14A-FA69-4A9A-A49D-CA8756387159}"/>
    <pc:docChg chg="undo custSel addSld delSld modSld">
      <pc:chgData name="Ankur Dastidar (AC India)" userId="d547b818-6f5c-40ce-8462-c2395318a5e5" providerId="ADAL" clId="{6B5BE14A-FA69-4A9A-A49D-CA8756387159}" dt="2026-01-22T10:33:14.785" v="369"/>
      <pc:docMkLst>
        <pc:docMk/>
      </pc:docMkLst>
      <pc:sldChg chg="modSp">
        <pc:chgData name="Ankur Dastidar (AC India)" userId="d547b818-6f5c-40ce-8462-c2395318a5e5" providerId="ADAL" clId="{6B5BE14A-FA69-4A9A-A49D-CA8756387159}" dt="2026-01-22T09:59:58.191" v="11"/>
        <pc:sldMkLst>
          <pc:docMk/>
          <pc:sldMk cId="0" sldId="2147471579"/>
        </pc:sldMkLst>
        <pc:spChg chg="mod">
          <ac:chgData name="Ankur Dastidar (AC India)" userId="d547b818-6f5c-40ce-8462-c2395318a5e5" providerId="ADAL" clId="{6B5BE14A-FA69-4A9A-A49D-CA8756387159}" dt="2026-01-22T09:59:58.191" v="11"/>
          <ac:spMkLst>
            <pc:docMk/>
            <pc:sldMk cId="0" sldId="2147471579"/>
            <ac:spMk id="3" creationId="{1DC5C9B5-1031-402B-7AFB-CCE5CB476DBE}"/>
          </ac:spMkLst>
        </pc:spChg>
      </pc:sldChg>
      <pc:sldChg chg="modSp mod">
        <pc:chgData name="Ankur Dastidar (AC India)" userId="d547b818-6f5c-40ce-8462-c2395318a5e5" providerId="ADAL" clId="{6B5BE14A-FA69-4A9A-A49D-CA8756387159}" dt="2026-01-22T09:59:52.123" v="10"/>
        <pc:sldMkLst>
          <pc:docMk/>
          <pc:sldMk cId="1379586790" sldId="2147471584"/>
        </pc:sldMkLst>
        <pc:spChg chg="mod">
          <ac:chgData name="Ankur Dastidar (AC India)" userId="d547b818-6f5c-40ce-8462-c2395318a5e5" providerId="ADAL" clId="{6B5BE14A-FA69-4A9A-A49D-CA8756387159}" dt="2026-01-22T09:59:52.123" v="10"/>
          <ac:spMkLst>
            <pc:docMk/>
            <pc:sldMk cId="1379586790" sldId="2147471584"/>
            <ac:spMk id="6" creationId="{204E0627-F29A-2F68-3AB6-7ED1E7D20BE9}"/>
          </ac:spMkLst>
        </pc:spChg>
        <pc:spChg chg="mod">
          <ac:chgData name="Ankur Dastidar (AC India)" userId="d547b818-6f5c-40ce-8462-c2395318a5e5" providerId="ADAL" clId="{6B5BE14A-FA69-4A9A-A49D-CA8756387159}" dt="2026-01-19T10:50:29.636" v="1" actId="20577"/>
          <ac:spMkLst>
            <pc:docMk/>
            <pc:sldMk cId="1379586790" sldId="2147471584"/>
            <ac:spMk id="13" creationId="{FC8E6A0F-E19E-82F0-7B0E-2F3CF03DC08F}"/>
          </ac:spMkLst>
        </pc:spChg>
      </pc:sldChg>
    </pc:docChg>
  </pc:docChgLst>
  <pc:docChgLst>
    <pc:chgData name="Iman Giri (AC India)" userId="5e9e8082-9268-48ba-ac3d-14ade8c5f315" providerId="ADAL" clId="{301ED5F1-1388-4A73-905B-624B7D61333C}"/>
    <pc:docChg chg="undo custSel addSld delSld modSld sldOrd">
      <pc:chgData name="Iman Giri (AC India)" userId="5e9e8082-9268-48ba-ac3d-14ade8c5f315" providerId="ADAL" clId="{301ED5F1-1388-4A73-905B-624B7D61333C}" dt="2026-01-19T09:22:05.244" v="319"/>
      <pc:docMkLst>
        <pc:docMk/>
      </pc:docMkLst>
      <pc:sldChg chg="modSp mod">
        <pc:chgData name="Iman Giri (AC India)" userId="5e9e8082-9268-48ba-ac3d-14ade8c5f315" providerId="ADAL" clId="{301ED5F1-1388-4A73-905B-624B7D61333C}" dt="2026-01-19T03:45:29.584" v="148" actId="20577"/>
        <pc:sldMkLst>
          <pc:docMk/>
          <pc:sldMk cId="2779037017" sldId="2147471578"/>
        </pc:sldMkLst>
        <pc:spChg chg="mod">
          <ac:chgData name="Iman Giri (AC India)" userId="5e9e8082-9268-48ba-ac3d-14ade8c5f315" providerId="ADAL" clId="{301ED5F1-1388-4A73-905B-624B7D61333C}" dt="2026-01-19T03:45:29.584" v="148" actId="20577"/>
          <ac:spMkLst>
            <pc:docMk/>
            <pc:sldMk cId="2779037017" sldId="2147471578"/>
            <ac:spMk id="3" creationId="{0338FDBE-E1F4-DFD6-0129-33BEF4B22299}"/>
          </ac:spMkLst>
        </pc:spChg>
      </pc:sldChg>
      <pc:sldChg chg="addSp delSp modSp mod">
        <pc:chgData name="Iman Giri (AC India)" userId="5e9e8082-9268-48ba-ac3d-14ade8c5f315" providerId="ADAL" clId="{301ED5F1-1388-4A73-905B-624B7D61333C}" dt="2026-01-19T09:22:05.244" v="319"/>
        <pc:sldMkLst>
          <pc:docMk/>
          <pc:sldMk cId="0" sldId="2147471579"/>
        </pc:sldMkLst>
        <pc:spChg chg="add mod">
          <ac:chgData name="Iman Giri (AC India)" userId="5e9e8082-9268-48ba-ac3d-14ade8c5f315" providerId="ADAL" clId="{301ED5F1-1388-4A73-905B-624B7D61333C}" dt="2026-01-19T09:22:05.244" v="319"/>
          <ac:spMkLst>
            <pc:docMk/>
            <pc:sldMk cId="0" sldId="2147471579"/>
            <ac:spMk id="3" creationId="{1DC5C9B5-1031-402B-7AFB-CCE5CB476DBE}"/>
          </ac:spMkLst>
        </pc:spChg>
        <pc:spChg chg="mod">
          <ac:chgData name="Iman Giri (AC India)" userId="5e9e8082-9268-48ba-ac3d-14ade8c5f315" providerId="ADAL" clId="{301ED5F1-1388-4A73-905B-624B7D61333C}" dt="2026-01-19T05:10:30.609" v="169" actId="2711"/>
          <ac:spMkLst>
            <pc:docMk/>
            <pc:sldMk cId="0" sldId="2147471579"/>
            <ac:spMk id="16" creationId="{4B51F3E5-E1D4-B300-2AFD-3E06D6D9791F}"/>
          </ac:spMkLst>
        </pc:spChg>
        <pc:spChg chg="mod">
          <ac:chgData name="Iman Giri (AC India)" userId="5e9e8082-9268-48ba-ac3d-14ade8c5f315" providerId="ADAL" clId="{301ED5F1-1388-4A73-905B-624B7D61333C}" dt="2026-01-19T05:10:30.609" v="169" actId="2711"/>
          <ac:spMkLst>
            <pc:docMk/>
            <pc:sldMk cId="0" sldId="2147471579"/>
            <ac:spMk id="55" creationId="{D3562A31-E8A8-1009-1E2D-540C5CA2C3ED}"/>
          </ac:spMkLst>
        </pc:spChg>
        <pc:spChg chg="mod">
          <ac:chgData name="Iman Giri (AC India)" userId="5e9e8082-9268-48ba-ac3d-14ade8c5f315" providerId="ADAL" clId="{301ED5F1-1388-4A73-905B-624B7D61333C}" dt="2026-01-19T05:10:30.609" v="169" actId="2711"/>
          <ac:spMkLst>
            <pc:docMk/>
            <pc:sldMk cId="0" sldId="2147471579"/>
            <ac:spMk id="60" creationId="{3A38C718-95FC-7410-DC13-3927112F8573}"/>
          </ac:spMkLst>
        </pc:spChg>
        <pc:spChg chg="mod">
          <ac:chgData name="Iman Giri (AC India)" userId="5e9e8082-9268-48ba-ac3d-14ade8c5f315" providerId="ADAL" clId="{301ED5F1-1388-4A73-905B-624B7D61333C}" dt="2026-01-19T05:10:30.609" v="169" actId="2711"/>
          <ac:spMkLst>
            <pc:docMk/>
            <pc:sldMk cId="0" sldId="2147471579"/>
            <ac:spMk id="129" creationId="{49D18391-B5E1-EE64-7372-847E44E4ACD7}"/>
          </ac:spMkLst>
        </pc:spChg>
        <pc:spChg chg="mod">
          <ac:chgData name="Iman Giri (AC India)" userId="5e9e8082-9268-48ba-ac3d-14ade8c5f315" providerId="ADAL" clId="{301ED5F1-1388-4A73-905B-624B7D61333C}" dt="2026-01-19T05:10:30.609" v="169" actId="2711"/>
          <ac:spMkLst>
            <pc:docMk/>
            <pc:sldMk cId="0" sldId="2147471579"/>
            <ac:spMk id="134" creationId="{BA754867-2A61-6A98-A4E1-2392124FA6B8}"/>
          </ac:spMkLst>
        </pc:spChg>
      </pc:sldChg>
      <pc:sldChg chg="addSp delSp modSp add mod">
        <pc:chgData name="Iman Giri (AC India)" userId="5e9e8082-9268-48ba-ac3d-14ade8c5f315" providerId="ADAL" clId="{301ED5F1-1388-4A73-905B-624B7D61333C}" dt="2026-01-19T05:15:21.010" v="294" actId="20577"/>
        <pc:sldMkLst>
          <pc:docMk/>
          <pc:sldMk cId="1229111597" sldId="2147471582"/>
        </pc:sldMkLst>
        <pc:spChg chg="mod">
          <ac:chgData name="Iman Giri (AC India)" userId="5e9e8082-9268-48ba-ac3d-14ade8c5f315" providerId="ADAL" clId="{301ED5F1-1388-4A73-905B-624B7D61333C}" dt="2026-01-16T11:49:42.066" v="37" actId="1036"/>
          <ac:spMkLst>
            <pc:docMk/>
            <pc:sldMk cId="1229111597" sldId="2147471582"/>
            <ac:spMk id="14" creationId="{63855B59-DD3F-6C3A-83AB-1C7A8CDB86F2}"/>
          </ac:spMkLst>
        </pc:spChg>
        <pc:grpChg chg="add mod">
          <ac:chgData name="Iman Giri (AC India)" userId="5e9e8082-9268-48ba-ac3d-14ade8c5f315" providerId="ADAL" clId="{301ED5F1-1388-4A73-905B-624B7D61333C}" dt="2026-01-16T11:49:44.943" v="38" actId="1076"/>
          <ac:grpSpMkLst>
            <pc:docMk/>
            <pc:sldMk cId="1229111597" sldId="2147471582"/>
            <ac:grpSpMk id="7" creationId="{0BD59477-FD95-5899-1E8A-26CBE27842EB}"/>
          </ac:grpSpMkLst>
        </pc:grpChg>
        <pc:picChg chg="mod topLvl">
          <ac:chgData name="Iman Giri (AC India)" userId="5e9e8082-9268-48ba-ac3d-14ade8c5f315" providerId="ADAL" clId="{301ED5F1-1388-4A73-905B-624B7D61333C}" dt="2026-01-16T11:48:39.024" v="13" actId="165"/>
          <ac:picMkLst>
            <pc:docMk/>
            <pc:sldMk cId="1229111597" sldId="2147471582"/>
            <ac:picMk id="21" creationId="{A6EF04E4-E862-175C-0484-A39907DA9369}"/>
          </ac:picMkLst>
        </pc:picChg>
        <pc:picChg chg="mod topLvl modCrop">
          <ac:chgData name="Iman Giri (AC India)" userId="5e9e8082-9268-48ba-ac3d-14ade8c5f315" providerId="ADAL" clId="{301ED5F1-1388-4A73-905B-624B7D61333C}" dt="2026-01-16T11:48:56.990" v="19" actId="14100"/>
          <ac:picMkLst>
            <pc:docMk/>
            <pc:sldMk cId="1229111597" sldId="2147471582"/>
            <ac:picMk id="22" creationId="{84964476-ECDC-2DD2-438D-E6B0E3D3BA8D}"/>
          </ac:picMkLst>
        </pc:picChg>
        <pc:picChg chg="mod">
          <ac:chgData name="Iman Giri (AC India)" userId="5e9e8082-9268-48ba-ac3d-14ade8c5f315" providerId="ADAL" clId="{301ED5F1-1388-4A73-905B-624B7D61333C}" dt="2026-01-16T11:49:35.678" v="30" actId="164"/>
          <ac:picMkLst>
            <pc:docMk/>
            <pc:sldMk cId="1229111597" sldId="2147471582"/>
            <ac:picMk id="25" creationId="{4FB106EA-FD15-BDA5-ABBA-46C9D5863137}"/>
          </ac:picMkLst>
        </pc:picChg>
      </pc:sldChg>
      <pc:sldChg chg="addSp delSp modSp add mod">
        <pc:chgData name="Iman Giri (AC India)" userId="5e9e8082-9268-48ba-ac3d-14ade8c5f315" providerId="ADAL" clId="{301ED5F1-1388-4A73-905B-624B7D61333C}" dt="2026-01-19T09:22:02.228" v="317"/>
        <pc:sldMkLst>
          <pc:docMk/>
          <pc:sldMk cId="1379586790" sldId="2147471584"/>
        </pc:sldMkLst>
        <pc:spChg chg="add mod">
          <ac:chgData name="Iman Giri (AC India)" userId="5e9e8082-9268-48ba-ac3d-14ade8c5f315" providerId="ADAL" clId="{301ED5F1-1388-4A73-905B-624B7D61333C}" dt="2026-01-19T05:14:05.215" v="264" actId="14100"/>
          <ac:spMkLst>
            <pc:docMk/>
            <pc:sldMk cId="1379586790" sldId="2147471584"/>
            <ac:spMk id="5" creationId="{56233402-6119-C3FE-F4C6-CC7655044FD2}"/>
          </ac:spMkLst>
        </pc:spChg>
        <pc:spChg chg="add mod">
          <ac:chgData name="Iman Giri (AC India)" userId="5e9e8082-9268-48ba-ac3d-14ade8c5f315" providerId="ADAL" clId="{301ED5F1-1388-4A73-905B-624B7D61333C}" dt="2026-01-19T09:22:02.228" v="317"/>
          <ac:spMkLst>
            <pc:docMk/>
            <pc:sldMk cId="1379586790" sldId="2147471584"/>
            <ac:spMk id="6" creationId="{204E0627-F29A-2F68-3AB6-7ED1E7D20BE9}"/>
          </ac:spMkLst>
        </pc:spChg>
        <pc:spChg chg="add mod">
          <ac:chgData name="Iman Giri (AC India)" userId="5e9e8082-9268-48ba-ac3d-14ade8c5f315" providerId="ADAL" clId="{301ED5F1-1388-4A73-905B-624B7D61333C}" dt="2026-01-19T05:13:55.543" v="257" actId="552"/>
          <ac:spMkLst>
            <pc:docMk/>
            <pc:sldMk cId="1379586790" sldId="2147471584"/>
            <ac:spMk id="9" creationId="{D51BBCC3-8F03-FC3B-0DDE-2832C4EAF111}"/>
          </ac:spMkLst>
        </pc:spChg>
        <pc:spChg chg="add mod">
          <ac:chgData name="Iman Giri (AC India)" userId="5e9e8082-9268-48ba-ac3d-14ade8c5f315" providerId="ADAL" clId="{301ED5F1-1388-4A73-905B-624B7D61333C}" dt="2026-01-19T05:14:01.427" v="263" actId="1035"/>
          <ac:spMkLst>
            <pc:docMk/>
            <pc:sldMk cId="1379586790" sldId="2147471584"/>
            <ac:spMk id="10" creationId="{5022BE50-8914-A2DC-7B1A-2BA618EF763D}"/>
          </ac:spMkLst>
        </pc:spChg>
        <pc:spChg chg="add mod">
          <ac:chgData name="Iman Giri (AC India)" userId="5e9e8082-9268-48ba-ac3d-14ade8c5f315" providerId="ADAL" clId="{301ED5F1-1388-4A73-905B-624B7D61333C}" dt="2026-01-19T05:13:59.255" v="259" actId="1035"/>
          <ac:spMkLst>
            <pc:docMk/>
            <pc:sldMk cId="1379586790" sldId="2147471584"/>
            <ac:spMk id="11" creationId="{E545BA8B-D8C7-1B0E-A4DC-D79F49CE0D44}"/>
          </ac:spMkLst>
        </pc:spChg>
        <pc:spChg chg="add mod">
          <ac:chgData name="Iman Giri (AC India)" userId="5e9e8082-9268-48ba-ac3d-14ade8c5f315" providerId="ADAL" clId="{301ED5F1-1388-4A73-905B-624B7D61333C}" dt="2026-01-19T05:13:55.543" v="257" actId="552"/>
          <ac:spMkLst>
            <pc:docMk/>
            <pc:sldMk cId="1379586790" sldId="2147471584"/>
            <ac:spMk id="12" creationId="{CC9A6433-CFF1-DD63-E873-41304E598E73}"/>
          </ac:spMkLst>
        </pc:spChg>
        <pc:spChg chg="add mod">
          <ac:chgData name="Iman Giri (AC India)" userId="5e9e8082-9268-48ba-ac3d-14ade8c5f315" providerId="ADAL" clId="{301ED5F1-1388-4A73-905B-624B7D61333C}" dt="2026-01-19T05:13:55.543" v="257" actId="552"/>
          <ac:spMkLst>
            <pc:docMk/>
            <pc:sldMk cId="1379586790" sldId="2147471584"/>
            <ac:spMk id="13" creationId="{FC8E6A0F-E19E-82F0-7B0E-2F3CF03DC08F}"/>
          </ac:spMkLst>
        </pc:spChg>
        <pc:spChg chg="add mod">
          <ac:chgData name="Iman Giri (AC India)" userId="5e9e8082-9268-48ba-ac3d-14ade8c5f315" providerId="ADAL" clId="{301ED5F1-1388-4A73-905B-624B7D61333C}" dt="2026-01-19T05:13:55.543" v="257" actId="552"/>
          <ac:spMkLst>
            <pc:docMk/>
            <pc:sldMk cId="1379586790" sldId="2147471584"/>
            <ac:spMk id="14" creationId="{4F78182C-589F-E789-E58E-332A539B8176}"/>
          </ac:spMkLst>
        </pc:spChg>
        <pc:spChg chg="mod">
          <ac:chgData name="Iman Giri (AC India)" userId="5e9e8082-9268-48ba-ac3d-14ade8c5f315" providerId="ADAL" clId="{301ED5F1-1388-4A73-905B-624B7D61333C}" dt="2026-01-19T05:15:38.831" v="296" actId="207"/>
          <ac:spMkLst>
            <pc:docMk/>
            <pc:sldMk cId="1379586790" sldId="2147471584"/>
            <ac:spMk id="46" creationId="{A0E3D4E2-DFAA-D4CF-EF12-27E5F61A4858}"/>
          </ac:spMkLst>
        </pc:spChg>
        <pc:spChg chg="mod">
          <ac:chgData name="Iman Giri (AC India)" userId="5e9e8082-9268-48ba-ac3d-14ade8c5f315" providerId="ADAL" clId="{301ED5F1-1388-4A73-905B-624B7D61333C}" dt="2026-01-19T05:31:23.516" v="301" actId="2711"/>
          <ac:spMkLst>
            <pc:docMk/>
            <pc:sldMk cId="1379586790" sldId="2147471584"/>
            <ac:spMk id="47" creationId="{7109F43E-15C4-06BE-FE03-015106D11D02}"/>
          </ac:spMkLst>
        </pc:spChg>
        <pc:spChg chg="mod">
          <ac:chgData name="Iman Giri (AC India)" userId="5e9e8082-9268-48ba-ac3d-14ade8c5f315" providerId="ADAL" clId="{301ED5F1-1388-4A73-905B-624B7D61333C}" dt="2026-01-19T05:31:21.058" v="300" actId="2711"/>
          <ac:spMkLst>
            <pc:docMk/>
            <pc:sldMk cId="1379586790" sldId="2147471584"/>
            <ac:spMk id="48" creationId="{6791606D-DF4E-F023-D49D-8C2B27D5BD18}"/>
          </ac:spMkLst>
        </pc:spChg>
        <pc:graphicFrameChg chg="add mod modGraphic">
          <ac:chgData name="Iman Giri (AC India)" userId="5e9e8082-9268-48ba-ac3d-14ade8c5f315" providerId="ADAL" clId="{301ED5F1-1388-4A73-905B-624B7D61333C}" dt="2026-01-19T05:09:59.487" v="164" actId="14100"/>
          <ac:graphicFrameMkLst>
            <pc:docMk/>
            <pc:sldMk cId="1379586790" sldId="2147471584"/>
            <ac:graphicFrameMk id="2" creationId="{C6BFD78E-9489-281F-B08F-B3D971D31B51}"/>
          </ac:graphicFrameMkLst>
        </pc:graphicFrameChg>
      </pc:sldChg>
    </pc:docChg>
  </pc:docChgLst>
  <pc:docChgLst>
    <pc:chgData name="Sagnik Mazumder (US)" userId="8c53e18e-3ff7-463a-9322-2f1f916498e3" providerId="ADAL" clId="{40DA3A5E-C4C6-45B3-A5ED-D392D561F10C}"/>
    <pc:docChg chg="undo redo custSel addSld delSld modSld">
      <pc:chgData name="Sagnik Mazumder (US)" userId="8c53e18e-3ff7-463a-9322-2f1f916498e3" providerId="ADAL" clId="{40DA3A5E-C4C6-45B3-A5ED-D392D561F10C}" dt="2026-01-21T07:39:04.913" v="478" actId="6549"/>
      <pc:docMkLst>
        <pc:docMk/>
      </pc:docMkLst>
      <pc:sldChg chg="addSp delSp modSp mod">
        <pc:chgData name="Sagnik Mazumder (US)" userId="8c53e18e-3ff7-463a-9322-2f1f916498e3" providerId="ADAL" clId="{40DA3A5E-C4C6-45B3-A5ED-D392D561F10C}" dt="2026-01-21T07:32:42.901" v="464" actId="20577"/>
        <pc:sldMkLst>
          <pc:docMk/>
          <pc:sldMk cId="1229111597" sldId="2147471582"/>
        </pc:sldMkLst>
        <pc:spChg chg="add mod">
          <ac:chgData name="Sagnik Mazumder (US)" userId="8c53e18e-3ff7-463a-9322-2f1f916498e3" providerId="ADAL" clId="{40DA3A5E-C4C6-45B3-A5ED-D392D561F10C}" dt="2026-01-21T07:32:42.901" v="464" actId="20577"/>
          <ac:spMkLst>
            <pc:docMk/>
            <pc:sldMk cId="1229111597" sldId="2147471582"/>
            <ac:spMk id="10" creationId="{3868A525-1C8B-618F-7507-D14A5EF635F4}"/>
          </ac:spMkLst>
        </pc:spChg>
        <pc:spChg chg="mod">
          <ac:chgData name="Sagnik Mazumder (US)" userId="8c53e18e-3ff7-463a-9322-2f1f916498e3" providerId="ADAL" clId="{40DA3A5E-C4C6-45B3-A5ED-D392D561F10C}" dt="2026-01-19T09:30:15.364" v="28" actId="20577"/>
          <ac:spMkLst>
            <pc:docMk/>
            <pc:sldMk cId="1229111597" sldId="2147471582"/>
            <ac:spMk id="14" creationId="{63855B59-DD3F-6C3A-83AB-1C7A8CDB86F2}"/>
          </ac:spMkLst>
        </pc:spChg>
        <pc:spChg chg="add mod">
          <ac:chgData name="Sagnik Mazumder (US)" userId="8c53e18e-3ff7-463a-9322-2f1f916498e3" providerId="ADAL" clId="{40DA3A5E-C4C6-45B3-A5ED-D392D561F10C}" dt="2026-01-21T06:45:10.296" v="452" actId="1038"/>
          <ac:spMkLst>
            <pc:docMk/>
            <pc:sldMk cId="1229111597" sldId="2147471582"/>
            <ac:spMk id="15" creationId="{E7EF51F3-CD0F-00A8-2CF3-7597D2529E92}"/>
          </ac:spMkLst>
        </pc:spChg>
        <pc:spChg chg="add mod">
          <ac:chgData name="Sagnik Mazumder (US)" userId="8c53e18e-3ff7-463a-9322-2f1f916498e3" providerId="ADAL" clId="{40DA3A5E-C4C6-45B3-A5ED-D392D561F10C}" dt="2026-01-21T07:30:24.259" v="461" actId="14100"/>
          <ac:spMkLst>
            <pc:docMk/>
            <pc:sldMk cId="1229111597" sldId="2147471582"/>
            <ac:spMk id="18" creationId="{7D6F5777-CD0D-57B2-1E7D-5C4A70A902D9}"/>
          </ac:spMkLst>
        </pc:spChg>
        <pc:cxnChg chg="add mod">
          <ac:chgData name="Sagnik Mazumder (US)" userId="8c53e18e-3ff7-463a-9322-2f1f916498e3" providerId="ADAL" clId="{40DA3A5E-C4C6-45B3-A5ED-D392D561F10C}" dt="2026-01-21T06:45:10.296" v="452" actId="1038"/>
          <ac:cxnSpMkLst>
            <pc:docMk/>
            <pc:sldMk cId="1229111597" sldId="2147471582"/>
            <ac:cxnSpMk id="13" creationId="{41EAA0AA-336D-C833-4AD0-8691153A5B36}"/>
          </ac:cxnSpMkLst>
        </pc:cxnChg>
      </pc:sldChg>
      <pc:sldChg chg="delSp mod">
        <pc:chgData name="Sagnik Mazumder (US)" userId="8c53e18e-3ff7-463a-9322-2f1f916498e3" providerId="ADAL" clId="{40DA3A5E-C4C6-45B3-A5ED-D392D561F10C}" dt="2026-01-19T05:30:24.668" v="16" actId="478"/>
        <pc:sldMkLst>
          <pc:docMk/>
          <pc:sldMk cId="1379586790" sldId="2147471584"/>
        </pc:sldMkLst>
      </pc:sldChg>
    </pc:docChg>
  </pc:docChgLst>
  <pc:docChgLst>
    <pc:chgData name="Abhishek Kumar (AC India)" userId="S::kumar.k.a.abhishek@pwc.com::2a78ef98-b9c1-41a2-be1b-bc4f34d00dbe" providerId="AD" clId="Web-{9E1B0785-40B8-0835-F62A-CAD458DC0753}"/>
    <pc:docChg chg="modSld">
      <pc:chgData name="Abhishek Kumar (AC India)" userId="S::kumar.k.a.abhishek@pwc.com::2a78ef98-b9c1-41a2-be1b-bc4f34d00dbe" providerId="AD" clId="Web-{9E1B0785-40B8-0835-F62A-CAD458DC0753}" dt="2026-01-21T06:52:35.582" v="2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AE570-E5B7-4259-A252-2104ABEE60C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0CDC2-48C2-4B49-9FD4-63721C80D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7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7FF8-18C8-93AC-7A25-C17440A7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A3C8E-2F6E-0646-968D-B4F774B2B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867AB-B9BE-6E31-5773-412C57299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5974D-CACD-2BEA-1A9E-301D652CC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8F507-FFAD-4585-99E0-9DC17883AD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662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86b8daa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686b8daa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A55E-4E86-761E-E3F7-613F31B7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AA5F2-4460-82E0-D355-11BC21E55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4D51F-AF59-3856-8842-AF678FBD2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5A471-A95E-862C-E47A-05E12C8F8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8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81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4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5236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222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8862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7433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4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8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1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4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31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54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50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6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94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8734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3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78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76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8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38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8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47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73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325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60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97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274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3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788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33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994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1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220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43021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51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195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97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56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488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522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193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154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4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491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151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605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4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334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602788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357521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72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1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33220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84524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5914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794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211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034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666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710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894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831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</p:spTree>
    <p:extLst>
      <p:ext uri="{BB962C8B-B14F-4D97-AF65-F5344CB8AC3E}">
        <p14:creationId xmlns:p14="http://schemas.microsoft.com/office/powerpoint/2010/main" val="14354699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6665750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63157037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15512001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69658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9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sv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F14C9-1F05-2126-21F3-7221A6A73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7EA84BBD-BF71-405C-7182-145A96C1A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6EF04E4-E862-175C-0484-A39907DA9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3480" y="3394308"/>
            <a:ext cx="7788393" cy="16408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964476-ECDC-2DD2-438D-E6B0E3D3BA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4" t="42461" r="4338"/>
          <a:stretch>
            <a:fillRect/>
          </a:stretch>
        </p:blipFill>
        <p:spPr>
          <a:xfrm>
            <a:off x="6836229" y="2662159"/>
            <a:ext cx="4847771" cy="419584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BD59477-FD95-5899-1E8A-26CBE27842EB}"/>
              </a:ext>
            </a:extLst>
          </p:cNvPr>
          <p:cNvGrpSpPr/>
          <p:nvPr/>
        </p:nvGrpSpPr>
        <p:grpSpPr>
          <a:xfrm>
            <a:off x="400050" y="5746243"/>
            <a:ext cx="4900176" cy="634377"/>
            <a:chOff x="314553" y="4278937"/>
            <a:chExt cx="3177024" cy="411297"/>
          </a:xfrm>
        </p:grpSpPr>
        <p:sp>
          <p:nvSpPr>
            <p:cNvPr id="14" name="Google Shape;783;p100">
              <a:extLst>
                <a:ext uri="{FF2B5EF4-FFF2-40B4-BE49-F238E27FC236}">
                  <a16:creationId xmlns:a16="http://schemas.microsoft.com/office/drawing/2014/main" id="{63855B59-DD3F-6C3A-83AB-1C7A8CDB86F2}"/>
                </a:ext>
              </a:extLst>
            </p:cNvPr>
            <p:cNvSpPr txBox="1"/>
            <p:nvPr/>
          </p:nvSpPr>
          <p:spPr>
            <a:xfrm>
              <a:off x="811004" y="4383341"/>
              <a:ext cx="2680573" cy="2294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121900" bIns="0" anchor="t" anchorCtr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GB" sz="2000" b="1">
                  <a:solidFill>
                    <a:sysClr val="windowText" lastClr="000000"/>
                  </a:solidFill>
                  <a:latin typeface="+mj-lt"/>
                  <a:ea typeface="Helvetica Neue"/>
                  <a:cs typeface="Helvetica Neue"/>
                  <a:sym typeface="Helvetica Neue"/>
                </a:rPr>
                <a:t>Feb 23-25</a:t>
              </a:r>
              <a:endParaRPr sz="2000" b="1">
                <a:solidFill>
                  <a:sysClr val="windowText" lastClr="000000"/>
                </a:solidFill>
                <a:latin typeface="+mj-lt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4FB106EA-FD15-BDA5-ABBA-46C9D5863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4553" y="4278937"/>
              <a:ext cx="411297" cy="41129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68A525-1C8B-618F-7507-D14A5EF635F4}"/>
              </a:ext>
            </a:extLst>
          </p:cNvPr>
          <p:cNvSpPr txBox="1"/>
          <p:nvPr/>
        </p:nvSpPr>
        <p:spPr>
          <a:xfrm>
            <a:off x="400050" y="3440112"/>
            <a:ext cx="4537483" cy="34387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r>
              <a:rPr lang="en-US" sz="2000" b="1"/>
              <a:t>Risk &amp; Regulatory Leadership Summit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EAA0AA-336D-C833-4AD0-8691153A5B36}"/>
              </a:ext>
            </a:extLst>
          </p:cNvPr>
          <p:cNvCxnSpPr>
            <a:cxnSpLocks/>
          </p:cNvCxnSpPr>
          <p:nvPr/>
        </p:nvCxnSpPr>
        <p:spPr>
          <a:xfrm>
            <a:off x="248502" y="3371354"/>
            <a:ext cx="511336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F51F3-CD0F-00A8-2CF3-7597D2529E92}"/>
              </a:ext>
            </a:extLst>
          </p:cNvPr>
          <p:cNvSpPr/>
          <p:nvPr/>
        </p:nvSpPr>
        <p:spPr>
          <a:xfrm>
            <a:off x="184107" y="3300520"/>
            <a:ext cx="141668" cy="1416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F5777-CD0D-57B2-1E7D-5C4A70A902D9}"/>
              </a:ext>
            </a:extLst>
          </p:cNvPr>
          <p:cNvSpPr txBox="1"/>
          <p:nvPr/>
        </p:nvSpPr>
        <p:spPr>
          <a:xfrm>
            <a:off x="402847" y="2447905"/>
            <a:ext cx="5113368" cy="8617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NextGen Risk AI</a:t>
            </a:r>
          </a:p>
          <a:p>
            <a:r>
              <a:rPr lang="en-US" sz="2000" dirty="0"/>
              <a:t>Building AI-driven risk solutions for tomorrow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9111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6A04-528E-C8AC-7818-94C21735D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F74B24-14C4-DC3D-C9EB-2AFA5F1B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0297731" cy="400939"/>
          </a:xfrm>
        </p:spPr>
        <p:txBody>
          <a:bodyPr/>
          <a:lstStyle/>
          <a:p>
            <a:r>
              <a:rPr lang="en-US" sz="3200" noProof="0"/>
              <a:t>Executive Summary of </a:t>
            </a:r>
            <a:r>
              <a:rPr lang="en-US" sz="3200"/>
              <a:t>the Proposed</a:t>
            </a:r>
            <a:r>
              <a:rPr lang="en-US" sz="3200" noProof="0"/>
              <a:t> Solution</a:t>
            </a:r>
            <a:endParaRPr lang="en-GB" sz="3200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621694-FA58-6679-9B05-3884FC4AA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Google Shape;227;p20">
            <a:extLst>
              <a:ext uri="{FF2B5EF4-FFF2-40B4-BE49-F238E27FC236}">
                <a16:creationId xmlns:a16="http://schemas.microsoft.com/office/drawing/2014/main" id="{BFA89148-097E-333C-8BA7-F77BD6880337}"/>
              </a:ext>
            </a:extLst>
          </p:cNvPr>
          <p:cNvSpPr/>
          <p:nvPr/>
        </p:nvSpPr>
        <p:spPr>
          <a:xfrm>
            <a:off x="423857" y="917575"/>
            <a:ext cx="3843796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6" name="Google Shape;227;p20">
            <a:extLst>
              <a:ext uri="{FF2B5EF4-FFF2-40B4-BE49-F238E27FC236}">
                <a16:creationId xmlns:a16="http://schemas.microsoft.com/office/drawing/2014/main" id="{A0E3D4E2-DFAA-D4CF-EF12-27E5F61A4858}"/>
              </a:ext>
            </a:extLst>
          </p:cNvPr>
          <p:cNvSpPr/>
          <p:nvPr/>
        </p:nvSpPr>
        <p:spPr>
          <a:xfrm>
            <a:off x="423857" y="3657600"/>
            <a:ext cx="3836193" cy="27955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7" name="Google Shape;228;p20">
            <a:extLst>
              <a:ext uri="{FF2B5EF4-FFF2-40B4-BE49-F238E27FC236}">
                <a16:creationId xmlns:a16="http://schemas.microsoft.com/office/drawing/2014/main" id="{7109F43E-15C4-06BE-FE03-015106D11D02}"/>
              </a:ext>
            </a:extLst>
          </p:cNvPr>
          <p:cNvSpPr/>
          <p:nvPr/>
        </p:nvSpPr>
        <p:spPr>
          <a:xfrm>
            <a:off x="541252" y="1089602"/>
            <a:ext cx="3226517" cy="85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Problem: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230;p20">
            <a:extLst>
              <a:ext uri="{FF2B5EF4-FFF2-40B4-BE49-F238E27FC236}">
                <a16:creationId xmlns:a16="http://schemas.microsoft.com/office/drawing/2014/main" id="{6791606D-DF4E-F023-D49D-8C2B27D5BD18}"/>
              </a:ext>
            </a:extLst>
          </p:cNvPr>
          <p:cNvSpPr/>
          <p:nvPr/>
        </p:nvSpPr>
        <p:spPr>
          <a:xfrm>
            <a:off x="540884" y="3884613"/>
            <a:ext cx="3174773" cy="134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Solution: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1600" kern="0" dirty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Agentic AI solution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B42A2D0-E359-C96A-93FB-2991D16D2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3100" y="2514600"/>
            <a:ext cx="914400" cy="9144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CFA27AF9-6D85-AFDC-810D-BC4B045FB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5475" y="5424488"/>
            <a:ext cx="914400" cy="9144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BFD78E-9489-281F-B08F-B3D971D3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79165"/>
              </p:ext>
            </p:extLst>
          </p:nvPr>
        </p:nvGraphicFramePr>
        <p:xfrm>
          <a:off x="4238626" y="917574"/>
          <a:ext cx="7562850" cy="5535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0">
                  <a:extLst>
                    <a:ext uri="{9D8B030D-6E8A-4147-A177-3AD203B41FA5}">
                      <a16:colId xmlns:a16="http://schemas.microsoft.com/office/drawing/2014/main" val="607318041"/>
                    </a:ext>
                  </a:extLst>
                </a:gridCol>
              </a:tblGrid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47198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57047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5926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75780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0204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5146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16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233402-6119-C3FE-F4C6-CC7655044FD2}"/>
              </a:ext>
            </a:extLst>
          </p:cNvPr>
          <p:cNvSpPr txBox="1"/>
          <p:nvPr/>
        </p:nvSpPr>
        <p:spPr>
          <a:xfrm>
            <a:off x="4376056" y="979618"/>
            <a:ext cx="7114537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What: </a:t>
            </a:r>
            <a:r>
              <a:rPr lang="en-US" sz="1200" dirty="0"/>
              <a:t>Agentic AI Controls - Testing &amp; Review assistant that converts control text into test steps, validates SharePoint evidence completeness, drafts compliant workpapers, and performs checklist-based review with iterative fixes.</a:t>
            </a:r>
            <a:endParaRPr lang="en-US" sz="12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BBCC3-8F03-FC3B-0DDE-2832C4EAF111}"/>
              </a:ext>
            </a:extLst>
          </p:cNvPr>
          <p:cNvSpPr txBox="1"/>
          <p:nvPr/>
        </p:nvSpPr>
        <p:spPr>
          <a:xfrm>
            <a:off x="4376056" y="1875589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Who: </a:t>
            </a:r>
            <a:r>
              <a:rPr lang="en-US" sz="1200" dirty="0"/>
              <a:t>PwC controls testers / workpaper preparers, Secondary Reviewers, Internal controls / SOX engagements, compliance controls testing,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2BE50-8914-A2DC-7B1A-2BA618EF763D}"/>
              </a:ext>
            </a:extLst>
          </p:cNvPr>
          <p:cNvSpPr txBox="1"/>
          <p:nvPr/>
        </p:nvSpPr>
        <p:spPr>
          <a:xfrm>
            <a:off x="4376056" y="2569177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How: </a:t>
            </a:r>
            <a:r>
              <a:rPr lang="en-US" sz="1200" dirty="0"/>
              <a:t>Orchestrator runs four agents - Control Vetting, Evidence Review, Documentation, Review - using RAG (Retrieval Augmented Generation) with LLM’s over PwC methodology and templates; integrates with SharePoint/Teams/OpenPages; produces traceable outputs and comments.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5BA8B-D8C7-1B0E-A4DC-D79F49CE0D44}"/>
              </a:ext>
            </a:extLst>
          </p:cNvPr>
          <p:cNvSpPr txBox="1"/>
          <p:nvPr/>
        </p:nvSpPr>
        <p:spPr>
          <a:xfrm>
            <a:off x="4376056" y="3362510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Why: </a:t>
            </a:r>
            <a:r>
              <a:rPr lang="en-US" sz="1200" dirty="0"/>
              <a:t>Reduces rework and review comments by standardizing control interpretation, improving quality, and generating consistent documentation; increases tester productivity, quality, and turnaround time while lowering risk of missed issues.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A6433-CFF1-DD63-E873-41304E598E73}"/>
              </a:ext>
            </a:extLst>
          </p:cNvPr>
          <p:cNvSpPr txBox="1"/>
          <p:nvPr/>
        </p:nvSpPr>
        <p:spPr>
          <a:xfrm>
            <a:off x="4376056" y="4123886"/>
            <a:ext cx="6684223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4999"/>
              </a:lnSpc>
            </a:pPr>
            <a:r>
              <a:rPr lang="en-US" sz="1400" b="1" dirty="0">
                <a:solidFill>
                  <a:srgbClr val="2D2D2D"/>
                </a:solidFill>
              </a:rPr>
              <a:t>Theme/ PwC Relevance: </a:t>
            </a:r>
            <a:r>
              <a:rPr lang="en-US" sz="1200" dirty="0"/>
              <a:t>Scales consistent controls testing across clients, improves audit quality and compliance with PwC/RCSA standards, and frees teams for higher-value judgment, supporting PwC’s AI-enabled delivery and assurance transformation.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E6A0F-E19E-82F0-7B0E-2F3CF03DC08F}"/>
              </a:ext>
            </a:extLst>
          </p:cNvPr>
          <p:cNvSpPr txBox="1"/>
          <p:nvPr/>
        </p:nvSpPr>
        <p:spPr>
          <a:xfrm>
            <a:off x="4376056" y="4929737"/>
            <a:ext cx="6684223" cy="5885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Technology Enablers: </a:t>
            </a:r>
            <a:r>
              <a:rPr lang="en-US" sz="1200" dirty="0"/>
              <a:t>Azure OpenAI/LLM, RAG with Azure AI Search (vector), agent orchestration (Semantic Kernel/</a:t>
            </a:r>
            <a:r>
              <a:rPr lang="en-US" sz="1200" dirty="0" err="1"/>
              <a:t>LangGraph</a:t>
            </a:r>
            <a:r>
              <a:rPr lang="en-US" sz="1200" dirty="0"/>
              <a:t>), Microsoft Graph for SharePoint/Teams, </a:t>
            </a:r>
            <a:r>
              <a:rPr lang="en-US" sz="1200" dirty="0" err="1"/>
              <a:t>FastAPI</a:t>
            </a:r>
            <a:r>
              <a:rPr lang="en-US" sz="1200" dirty="0"/>
              <a:t> Python backend, optional Document Intelligence for OCR.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78182C-589F-E789-E58E-332A539B8176}"/>
              </a:ext>
            </a:extLst>
          </p:cNvPr>
          <p:cNvSpPr txBox="1"/>
          <p:nvPr/>
        </p:nvSpPr>
        <p:spPr>
          <a:xfrm>
            <a:off x="4376056" y="5925230"/>
            <a:ext cx="7071650" cy="2558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Business Impact</a:t>
            </a:r>
            <a:r>
              <a:rPr lang="en-US" sz="12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Explain the potential size of market and ROI for your product or solution offering.</a:t>
            </a:r>
            <a:endParaRPr lang="en-US" sz="1200" b="1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04E0627-F29A-2F68-3AB6-7ED1E7D2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/>
          <a:lstStyle/>
          <a:p>
            <a:r>
              <a:rPr lang="en-US" b="1"/>
              <a:t>NextGen Risk AI</a:t>
            </a:r>
          </a:p>
        </p:txBody>
      </p:sp>
    </p:spTree>
    <p:extLst>
      <p:ext uri="{BB962C8B-B14F-4D97-AF65-F5344CB8AC3E}">
        <p14:creationId xmlns:p14="http://schemas.microsoft.com/office/powerpoint/2010/main" val="137958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644E-D7E4-108E-789E-A70083A7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03D83C-843A-ED6F-2074-5E36946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0297731" cy="400939"/>
          </a:xfrm>
        </p:spPr>
        <p:txBody>
          <a:bodyPr/>
          <a:lstStyle/>
          <a:p>
            <a:r>
              <a:rPr lang="en-US" sz="3200" noProof="0"/>
              <a:t>Executive Summary of </a:t>
            </a:r>
            <a:r>
              <a:rPr lang="en-US" sz="3200"/>
              <a:t>the Proposed</a:t>
            </a:r>
            <a:r>
              <a:rPr lang="en-US" sz="3200" noProof="0"/>
              <a:t> Solution</a:t>
            </a:r>
            <a:endParaRPr lang="en-GB" sz="3200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44F27-D91F-2C4B-5CB8-250088ED2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Google Shape;227;p20">
            <a:extLst>
              <a:ext uri="{FF2B5EF4-FFF2-40B4-BE49-F238E27FC236}">
                <a16:creationId xmlns:a16="http://schemas.microsoft.com/office/drawing/2014/main" id="{942E730D-1DD3-173F-9244-423B716F9C15}"/>
              </a:ext>
            </a:extLst>
          </p:cNvPr>
          <p:cNvSpPr/>
          <p:nvPr/>
        </p:nvSpPr>
        <p:spPr>
          <a:xfrm>
            <a:off x="423857" y="917575"/>
            <a:ext cx="3843796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6" name="Google Shape;227;p20">
            <a:extLst>
              <a:ext uri="{FF2B5EF4-FFF2-40B4-BE49-F238E27FC236}">
                <a16:creationId xmlns:a16="http://schemas.microsoft.com/office/drawing/2014/main" id="{6179B1DA-23C3-C6D2-D719-82FA27F57307}"/>
              </a:ext>
            </a:extLst>
          </p:cNvPr>
          <p:cNvSpPr/>
          <p:nvPr/>
        </p:nvSpPr>
        <p:spPr>
          <a:xfrm>
            <a:off x="423857" y="3657600"/>
            <a:ext cx="3836193" cy="27955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7" name="Google Shape;228;p20">
            <a:extLst>
              <a:ext uri="{FF2B5EF4-FFF2-40B4-BE49-F238E27FC236}">
                <a16:creationId xmlns:a16="http://schemas.microsoft.com/office/drawing/2014/main" id="{0F846510-3DAF-1E31-504A-C162364C26AA}"/>
              </a:ext>
            </a:extLst>
          </p:cNvPr>
          <p:cNvSpPr/>
          <p:nvPr/>
        </p:nvSpPr>
        <p:spPr>
          <a:xfrm>
            <a:off x="541252" y="1089602"/>
            <a:ext cx="3226517" cy="856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Problem: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230;p20">
            <a:extLst>
              <a:ext uri="{FF2B5EF4-FFF2-40B4-BE49-F238E27FC236}">
                <a16:creationId xmlns:a16="http://schemas.microsoft.com/office/drawing/2014/main" id="{00C126E7-A899-E4F6-FED3-83E449D7DC06}"/>
              </a:ext>
            </a:extLst>
          </p:cNvPr>
          <p:cNvSpPr/>
          <p:nvPr/>
        </p:nvSpPr>
        <p:spPr>
          <a:xfrm>
            <a:off x="540884" y="3884613"/>
            <a:ext cx="3174773" cy="134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Solution: 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1600" kern="0" dirty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Agentic AI solution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FFBD7B31-E8AD-CA61-2327-27F301F3E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3100" y="2514600"/>
            <a:ext cx="914400" cy="9144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7A835F02-B41A-45D5-CA9B-61300031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5475" y="5424488"/>
            <a:ext cx="914400" cy="9144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0ADD22-4314-C73B-DF3C-2F088EBCF20B}"/>
              </a:ext>
            </a:extLst>
          </p:cNvPr>
          <p:cNvGraphicFramePr>
            <a:graphicFrameLocks noGrp="1"/>
          </p:cNvGraphicFramePr>
          <p:nvPr/>
        </p:nvGraphicFramePr>
        <p:xfrm>
          <a:off x="4238626" y="917574"/>
          <a:ext cx="7562850" cy="5535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0">
                  <a:extLst>
                    <a:ext uri="{9D8B030D-6E8A-4147-A177-3AD203B41FA5}">
                      <a16:colId xmlns:a16="http://schemas.microsoft.com/office/drawing/2014/main" val="607318041"/>
                    </a:ext>
                  </a:extLst>
                </a:gridCol>
              </a:tblGrid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47198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957047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5926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75780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0204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51461"/>
                  </a:ext>
                </a:extLst>
              </a:tr>
              <a:tr h="7908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16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E8E9A8-5BB9-11FB-A355-097137C288D8}"/>
              </a:ext>
            </a:extLst>
          </p:cNvPr>
          <p:cNvSpPr txBox="1"/>
          <p:nvPr/>
        </p:nvSpPr>
        <p:spPr>
          <a:xfrm>
            <a:off x="4376056" y="1010440"/>
            <a:ext cx="7114537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What: </a:t>
            </a:r>
            <a:r>
              <a:rPr lang="en-US" sz="1200" dirty="0"/>
              <a:t>Reviewer Agent scans completed workpapers and attachments in SharePoint, validates documentation, evidence tie-outs, population completeness, and RCSA sampling, then generates location-specific review comments.</a:t>
            </a:r>
            <a:endParaRPr lang="en-US" sz="12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D3ACB-68E9-E195-0471-11560953F550}"/>
              </a:ext>
            </a:extLst>
          </p:cNvPr>
          <p:cNvSpPr txBox="1"/>
          <p:nvPr/>
        </p:nvSpPr>
        <p:spPr>
          <a:xfrm>
            <a:off x="4376056" y="1793397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Who: </a:t>
            </a:r>
            <a:r>
              <a:rPr lang="en-US" sz="1200" dirty="0"/>
              <a:t>SOX and broader Risk Assurance controls-testing engagements where workpapers and evidence are stored in SharePoint </a:t>
            </a:r>
            <a:r>
              <a:rPr lang="en-US" sz="1200" dirty="0" err="1"/>
              <a:t>etc</a:t>
            </a:r>
            <a:r>
              <a:rPr lang="en-US" sz="1200" dirty="0"/>
              <a:t>; primary users are reviewers/managers, with testers as recipients of comments.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A8DD6-59CE-033C-1C6B-E906802DE395}"/>
              </a:ext>
            </a:extLst>
          </p:cNvPr>
          <p:cNvSpPr txBox="1"/>
          <p:nvPr/>
        </p:nvSpPr>
        <p:spPr>
          <a:xfrm>
            <a:off x="4376056" y="2569177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How: </a:t>
            </a:r>
            <a:r>
              <a:rPr lang="en-US" sz="1200" dirty="0"/>
              <a:t>An Orchestrator triggers the Reviewer Agent: it retrieves workpaper and attachments from SharePoint, applies RAG-grounded RCSA/template rules, runs checks (population, sampling, evidence tie-outs, format, grammar), and writes cell/section-level comments.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10F93D-52DF-D705-80F9-80F9B5A9F6C0}"/>
              </a:ext>
            </a:extLst>
          </p:cNvPr>
          <p:cNvSpPr txBox="1"/>
          <p:nvPr/>
        </p:nvSpPr>
        <p:spPr>
          <a:xfrm>
            <a:off x="4376056" y="3362510"/>
            <a:ext cx="7246739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Why: </a:t>
            </a:r>
            <a:r>
              <a:rPr lang="en-US" sz="1200" dirty="0"/>
              <a:t>Cuts reviewer effort and rework cycles by catching common issues early, improving consistency, documentation quality, and evidence clarity; accelerates sign-off timelines while reducing risk of missed review points..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74916-DDF9-0044-88C0-BA5C2CDD1D69}"/>
              </a:ext>
            </a:extLst>
          </p:cNvPr>
          <p:cNvSpPr txBox="1"/>
          <p:nvPr/>
        </p:nvSpPr>
        <p:spPr>
          <a:xfrm>
            <a:off x="4376056" y="4123886"/>
            <a:ext cx="6684223" cy="5116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4999"/>
              </a:lnSpc>
            </a:pPr>
            <a:r>
              <a:rPr lang="en-US" sz="1400" b="1" dirty="0">
                <a:solidFill>
                  <a:srgbClr val="2D2D2D"/>
                </a:solidFill>
              </a:rPr>
              <a:t>Theme/ PwC Relevance: </a:t>
            </a:r>
            <a:r>
              <a:rPr lang="en-US" sz="1200" dirty="0"/>
              <a:t>Enables scalable, consistent control testing reviews across clients, strengthens compliance with PwC and client RCSA standards, and supports AI-enabled assurance delivery with clear audit trail and governance..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A2AFA-B969-6436-9DA5-DF88E9F2D49B}"/>
              </a:ext>
            </a:extLst>
          </p:cNvPr>
          <p:cNvSpPr txBox="1"/>
          <p:nvPr/>
        </p:nvSpPr>
        <p:spPr>
          <a:xfrm>
            <a:off x="4376056" y="4929737"/>
            <a:ext cx="6684223" cy="5885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Technology Enablers: </a:t>
            </a:r>
            <a:r>
              <a:rPr lang="en-US" sz="1200" dirty="0"/>
              <a:t>Azure OpenAI, RAG via Azure AI Search (vector), </a:t>
            </a:r>
            <a:r>
              <a:rPr lang="en-US" sz="1200" dirty="0" err="1"/>
              <a:t>FastAPI</a:t>
            </a:r>
            <a:r>
              <a:rPr lang="en-US" sz="1200" dirty="0"/>
              <a:t> service, </a:t>
            </a:r>
            <a:r>
              <a:rPr lang="en-US" sz="1200" dirty="0" err="1"/>
              <a:t>openpyxl</a:t>
            </a:r>
            <a:r>
              <a:rPr lang="en-US" sz="1200" dirty="0"/>
              <a:t>/python-docx/PDF parsers, Microsoft Graph (SharePoint/Teams), Blob Storage, Key Vault, optional Document Intelligence for OCR.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BC4C7-890B-E365-56E3-3452A4430C17}"/>
              </a:ext>
            </a:extLst>
          </p:cNvPr>
          <p:cNvSpPr txBox="1"/>
          <p:nvPr/>
        </p:nvSpPr>
        <p:spPr>
          <a:xfrm>
            <a:off x="4376056" y="5925230"/>
            <a:ext cx="7071650" cy="2558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Business Impact</a:t>
            </a:r>
            <a:r>
              <a:rPr lang="en-US" sz="1200" b="1" dirty="0">
                <a:solidFill>
                  <a:srgbClr val="2D2D2D"/>
                </a:solidFill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200" dirty="0">
                <a:ea typeface="Helvetica Neue"/>
                <a:cs typeface="Helvetica Neue"/>
                <a:sym typeface="Helvetica Neue"/>
              </a:rPr>
              <a:t>Explain the potential size of market and ROI for your product or solution offering.</a:t>
            </a:r>
            <a:endParaRPr lang="en-US" sz="1200" b="1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177BEFDC-74C8-5CD0-5BB7-01598E6D8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/>
          <a:lstStyle/>
          <a:p>
            <a:r>
              <a:rPr lang="en-US" b="1"/>
              <a:t>NextGen Risk AI</a:t>
            </a:r>
          </a:p>
        </p:txBody>
      </p:sp>
    </p:spTree>
    <p:extLst>
      <p:ext uri="{BB962C8B-B14F-4D97-AF65-F5344CB8AC3E}">
        <p14:creationId xmlns:p14="http://schemas.microsoft.com/office/powerpoint/2010/main" val="29872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B17E1E4-69F5-75B6-7930-B64D4326C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8525671" cy="400939"/>
          </a:xfrm>
        </p:spPr>
        <p:txBody>
          <a:bodyPr/>
          <a:lstStyle/>
          <a:p>
            <a:r>
              <a:rPr lang="en-US" sz="3200"/>
              <a:t>Team Introduction: &lt;Team Name&gt;</a:t>
            </a:r>
          </a:p>
        </p:txBody>
      </p:sp>
      <p:sp>
        <p:nvSpPr>
          <p:cNvPr id="13" name="Slide Number Placeholder 10">
            <a:extLst>
              <a:ext uri="{FF2B5EF4-FFF2-40B4-BE49-F238E27FC236}">
                <a16:creationId xmlns:a16="http://schemas.microsoft.com/office/drawing/2014/main" id="{2B1C3D12-87B2-1FD4-A9A3-B78105AE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AC032-1535-134B-A583-D5E1DDD0D167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71DCAF-004B-A6D5-C832-4ABCDCAF0FFA}"/>
              </a:ext>
            </a:extLst>
          </p:cNvPr>
          <p:cNvSpPr/>
          <p:nvPr/>
        </p:nvSpPr>
        <p:spPr>
          <a:xfrm>
            <a:off x="400049" y="1744436"/>
            <a:ext cx="2281128" cy="2559716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D7A65C7-BFDE-2319-7EA0-E1B2C5DF3908}"/>
              </a:ext>
            </a:extLst>
          </p:cNvPr>
          <p:cNvSpPr txBox="1">
            <a:spLocks/>
          </p:cNvSpPr>
          <p:nvPr/>
        </p:nvSpPr>
        <p:spPr>
          <a:xfrm>
            <a:off x="402879" y="4293989"/>
            <a:ext cx="2278298" cy="1644849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accent6">
              <a:lumMod val="25000"/>
            </a:schemeClr>
          </a:solidFill>
        </p:spPr>
        <p:txBody>
          <a:bodyPr lIns="182880" tIns="457200" rIns="27432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FDA24B-63D5-2593-425D-0A78898F5608}"/>
              </a:ext>
            </a:extLst>
          </p:cNvPr>
          <p:cNvSpPr/>
          <p:nvPr/>
        </p:nvSpPr>
        <p:spPr>
          <a:xfrm>
            <a:off x="400049" y="917575"/>
            <a:ext cx="2281128" cy="165417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&lt;Insert Photograph&gt;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Google Shape;200;p19">
            <a:extLst>
              <a:ext uri="{FF2B5EF4-FFF2-40B4-BE49-F238E27FC236}">
                <a16:creationId xmlns:a16="http://schemas.microsoft.com/office/drawing/2014/main" id="{4B51F3E5-E1D4-B300-2AFD-3E06D6D9791F}"/>
              </a:ext>
            </a:extLst>
          </p:cNvPr>
          <p:cNvSpPr/>
          <p:nvPr/>
        </p:nvSpPr>
        <p:spPr>
          <a:xfrm>
            <a:off x="551225" y="2810917"/>
            <a:ext cx="2260892" cy="260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First name Last name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Staff Level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Introduction: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Tell us what inspired your innovation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Platform: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Location: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Helvetica Neue"/>
                <a:cs typeface="Arial"/>
                <a:sym typeface="Arial"/>
              </a:rPr>
              <a:t>Email Id: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4A91D29-90D5-F014-B881-9ADFB89BE95F}"/>
              </a:ext>
            </a:extLst>
          </p:cNvPr>
          <p:cNvSpPr/>
          <p:nvPr/>
        </p:nvSpPr>
        <p:spPr>
          <a:xfrm>
            <a:off x="2681177" y="1744436"/>
            <a:ext cx="2281128" cy="25597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Content Placeholder 12">
            <a:extLst>
              <a:ext uri="{FF2B5EF4-FFF2-40B4-BE49-F238E27FC236}">
                <a16:creationId xmlns:a16="http://schemas.microsoft.com/office/drawing/2014/main" id="{DD558FC2-D864-4D5B-A796-78111ACFAF4F}"/>
              </a:ext>
            </a:extLst>
          </p:cNvPr>
          <p:cNvSpPr txBox="1">
            <a:spLocks/>
          </p:cNvSpPr>
          <p:nvPr/>
        </p:nvSpPr>
        <p:spPr>
          <a:xfrm>
            <a:off x="2684007" y="4293989"/>
            <a:ext cx="2278298" cy="1644849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2"/>
          </a:solidFill>
        </p:spPr>
        <p:txBody>
          <a:bodyPr lIns="182880" tIns="457200" rIns="27432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9FDB95-D249-CBB5-B981-67559F61F4B8}"/>
              </a:ext>
            </a:extLst>
          </p:cNvPr>
          <p:cNvSpPr/>
          <p:nvPr/>
        </p:nvSpPr>
        <p:spPr>
          <a:xfrm>
            <a:off x="2681177" y="917575"/>
            <a:ext cx="2281128" cy="1654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&lt;Insert Photograph&gt;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5" name="Google Shape;200;p19">
            <a:extLst>
              <a:ext uri="{FF2B5EF4-FFF2-40B4-BE49-F238E27FC236}">
                <a16:creationId xmlns:a16="http://schemas.microsoft.com/office/drawing/2014/main" id="{D3562A31-E8A8-1009-1E2D-540C5CA2C3ED}"/>
              </a:ext>
            </a:extLst>
          </p:cNvPr>
          <p:cNvSpPr/>
          <p:nvPr/>
        </p:nvSpPr>
        <p:spPr>
          <a:xfrm>
            <a:off x="2832353" y="2810917"/>
            <a:ext cx="2260892" cy="260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First name Last name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Staff Level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Introduction: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Tell us what inspired your innovation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lvl="0" defTabSz="1219170">
              <a:buClr>
                <a:srgbClr val="000000"/>
              </a:buClr>
              <a:defRPr/>
            </a:pPr>
            <a:r>
              <a:rPr lang="en-US" sz="1400" kern="0">
                <a:solidFill>
                  <a:srgbClr val="FD5108"/>
                </a:solidFill>
                <a:cs typeface="Arial"/>
                <a:sym typeface="Arial"/>
              </a:rPr>
              <a:t>Platform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Location: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Helvetica Neue"/>
                <a:cs typeface="Arial"/>
                <a:sym typeface="Arial"/>
              </a:rPr>
              <a:t>Email Id: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0D339E-C8DD-BAF2-3158-15F1CCE3CF0E}"/>
              </a:ext>
            </a:extLst>
          </p:cNvPr>
          <p:cNvSpPr/>
          <p:nvPr/>
        </p:nvSpPr>
        <p:spPr>
          <a:xfrm>
            <a:off x="4958649" y="1752159"/>
            <a:ext cx="2281128" cy="2559716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Content Placeholder 12">
            <a:extLst>
              <a:ext uri="{FF2B5EF4-FFF2-40B4-BE49-F238E27FC236}">
                <a16:creationId xmlns:a16="http://schemas.microsoft.com/office/drawing/2014/main" id="{4DA1EF4D-5503-4219-E402-62B6946998EC}"/>
              </a:ext>
            </a:extLst>
          </p:cNvPr>
          <p:cNvSpPr txBox="1">
            <a:spLocks/>
          </p:cNvSpPr>
          <p:nvPr/>
        </p:nvSpPr>
        <p:spPr>
          <a:xfrm>
            <a:off x="4958649" y="4301712"/>
            <a:ext cx="2278298" cy="1644849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accent6">
              <a:lumMod val="25000"/>
            </a:schemeClr>
          </a:solidFill>
        </p:spPr>
        <p:txBody>
          <a:bodyPr lIns="182880" tIns="457200" rIns="27432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643944-4747-8A13-EFCA-4CB76BE88C3F}"/>
              </a:ext>
            </a:extLst>
          </p:cNvPr>
          <p:cNvSpPr/>
          <p:nvPr/>
        </p:nvSpPr>
        <p:spPr>
          <a:xfrm>
            <a:off x="4962304" y="925298"/>
            <a:ext cx="2281128" cy="165417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&lt;Insert Photograph&gt;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0" name="Google Shape;200;p19">
            <a:extLst>
              <a:ext uri="{FF2B5EF4-FFF2-40B4-BE49-F238E27FC236}">
                <a16:creationId xmlns:a16="http://schemas.microsoft.com/office/drawing/2014/main" id="{3A38C718-95FC-7410-DC13-3927112F8573}"/>
              </a:ext>
            </a:extLst>
          </p:cNvPr>
          <p:cNvSpPr/>
          <p:nvPr/>
        </p:nvSpPr>
        <p:spPr>
          <a:xfrm>
            <a:off x="5113480" y="2818640"/>
            <a:ext cx="2260892" cy="260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First name Last name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Staff Level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Introduction: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Tell us what inspired your innovation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lvl="0" defTabSz="1219170">
              <a:buClr>
                <a:srgbClr val="000000"/>
              </a:buClr>
              <a:defRPr/>
            </a:pPr>
            <a:r>
              <a:rPr lang="en-US" sz="1400" kern="0">
                <a:solidFill>
                  <a:srgbClr val="FD5108"/>
                </a:solidFill>
                <a:cs typeface="Arial"/>
                <a:sym typeface="Arial"/>
              </a:rPr>
              <a:t>Platform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Location: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Helvetica Neue"/>
                <a:cs typeface="Arial"/>
                <a:sym typeface="Arial"/>
              </a:rPr>
              <a:t>Email Id: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4528366-9E4C-EE50-7B97-615AD7E56EAB}"/>
              </a:ext>
            </a:extLst>
          </p:cNvPr>
          <p:cNvSpPr/>
          <p:nvPr/>
        </p:nvSpPr>
        <p:spPr>
          <a:xfrm>
            <a:off x="7243431" y="1744436"/>
            <a:ext cx="2281128" cy="25597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Content Placeholder 12">
            <a:extLst>
              <a:ext uri="{FF2B5EF4-FFF2-40B4-BE49-F238E27FC236}">
                <a16:creationId xmlns:a16="http://schemas.microsoft.com/office/drawing/2014/main" id="{6F273867-811D-C50B-1F45-5B2FBCE32248}"/>
              </a:ext>
            </a:extLst>
          </p:cNvPr>
          <p:cNvSpPr txBox="1">
            <a:spLocks/>
          </p:cNvSpPr>
          <p:nvPr/>
        </p:nvSpPr>
        <p:spPr>
          <a:xfrm>
            <a:off x="7246261" y="4293989"/>
            <a:ext cx="2278298" cy="1644849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2"/>
          </a:solidFill>
        </p:spPr>
        <p:txBody>
          <a:bodyPr lIns="182880" tIns="457200" rIns="27432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44F5B99-E03C-ABB9-3F6B-9B975B94161E}"/>
              </a:ext>
            </a:extLst>
          </p:cNvPr>
          <p:cNvSpPr/>
          <p:nvPr/>
        </p:nvSpPr>
        <p:spPr>
          <a:xfrm>
            <a:off x="7243431" y="917575"/>
            <a:ext cx="2281128" cy="16541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&lt;Insert Photograph&gt;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9" name="Google Shape;200;p19">
            <a:extLst>
              <a:ext uri="{FF2B5EF4-FFF2-40B4-BE49-F238E27FC236}">
                <a16:creationId xmlns:a16="http://schemas.microsoft.com/office/drawing/2014/main" id="{49D18391-B5E1-EE64-7372-847E44E4ACD7}"/>
              </a:ext>
            </a:extLst>
          </p:cNvPr>
          <p:cNvSpPr/>
          <p:nvPr/>
        </p:nvSpPr>
        <p:spPr>
          <a:xfrm>
            <a:off x="7394607" y="2810917"/>
            <a:ext cx="2260892" cy="260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First name Last name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Staff Level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Introduction: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Tell us what inspired your innovation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lvl="0" defTabSz="1219170">
              <a:buClr>
                <a:srgbClr val="000000"/>
              </a:buClr>
              <a:defRPr/>
            </a:pPr>
            <a:r>
              <a:rPr lang="en-US" sz="1400" kern="0">
                <a:solidFill>
                  <a:srgbClr val="FD5108"/>
                </a:solidFill>
                <a:cs typeface="Arial"/>
                <a:sym typeface="Arial"/>
              </a:rPr>
              <a:t>Platform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Location: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Helvetica Neue"/>
                <a:cs typeface="Arial"/>
                <a:sym typeface="Arial"/>
              </a:rPr>
              <a:t>Email Id: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66C8610-EFD4-7305-1269-691D7FA58D8D}"/>
              </a:ext>
            </a:extLst>
          </p:cNvPr>
          <p:cNvSpPr/>
          <p:nvPr/>
        </p:nvSpPr>
        <p:spPr>
          <a:xfrm>
            <a:off x="9524558" y="1744436"/>
            <a:ext cx="2281128" cy="2559716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2" name="Content Placeholder 12">
            <a:extLst>
              <a:ext uri="{FF2B5EF4-FFF2-40B4-BE49-F238E27FC236}">
                <a16:creationId xmlns:a16="http://schemas.microsoft.com/office/drawing/2014/main" id="{13E4E751-0E31-E675-05FB-410B62838663}"/>
              </a:ext>
            </a:extLst>
          </p:cNvPr>
          <p:cNvSpPr txBox="1">
            <a:spLocks/>
          </p:cNvSpPr>
          <p:nvPr/>
        </p:nvSpPr>
        <p:spPr>
          <a:xfrm>
            <a:off x="9527388" y="4293989"/>
            <a:ext cx="2278298" cy="1644849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accent6">
              <a:lumMod val="25000"/>
            </a:schemeClr>
          </a:solidFill>
        </p:spPr>
        <p:txBody>
          <a:bodyPr lIns="182880" tIns="457200" rIns="27432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E996834-418F-B7F2-A6B1-603B0D08E695}"/>
              </a:ext>
            </a:extLst>
          </p:cNvPr>
          <p:cNvSpPr/>
          <p:nvPr/>
        </p:nvSpPr>
        <p:spPr>
          <a:xfrm>
            <a:off x="9524558" y="917575"/>
            <a:ext cx="2281128" cy="165417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&lt;Insert Photograph&gt;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4" name="Google Shape;200;p19">
            <a:extLst>
              <a:ext uri="{FF2B5EF4-FFF2-40B4-BE49-F238E27FC236}">
                <a16:creationId xmlns:a16="http://schemas.microsoft.com/office/drawing/2014/main" id="{BA754867-2A61-6A98-A4E1-2392124FA6B8}"/>
              </a:ext>
            </a:extLst>
          </p:cNvPr>
          <p:cNvSpPr/>
          <p:nvPr/>
        </p:nvSpPr>
        <p:spPr>
          <a:xfrm>
            <a:off x="9675734" y="2810917"/>
            <a:ext cx="2260892" cy="2604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First name Last name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lvetica Neue"/>
                <a:cs typeface="Helvetica Neue"/>
                <a:sym typeface="Helvetica Neue"/>
              </a:rPr>
              <a:t>Staff Level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Introduction: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Tell us what inspired your innovation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Arial"/>
              <a:sym typeface="Arial"/>
            </a:endParaRPr>
          </a:p>
          <a:p>
            <a:pPr lvl="0" defTabSz="1219170">
              <a:buClr>
                <a:srgbClr val="000000"/>
              </a:buClr>
              <a:defRPr/>
            </a:pPr>
            <a:r>
              <a:rPr lang="en-US" sz="1400" kern="0">
                <a:solidFill>
                  <a:srgbClr val="FD5108"/>
                </a:solidFill>
                <a:cs typeface="Arial"/>
                <a:sym typeface="Arial"/>
              </a:rPr>
              <a:t>Platform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Location: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5108"/>
                </a:solidFill>
                <a:effectLst/>
                <a:uLnTx/>
                <a:uFillTx/>
                <a:ea typeface="Helvetica Neue"/>
                <a:cs typeface="Arial"/>
                <a:sym typeface="Arial"/>
              </a:rPr>
              <a:t>Email Id: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D5108"/>
              </a:solidFill>
              <a:effectLst/>
              <a:uLnTx/>
              <a:uFillTx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DC5C9B5-1031-402B-7AFB-CCE5CB476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</p:spPr>
        <p:txBody>
          <a:bodyPr/>
          <a:lstStyle/>
          <a:p>
            <a:r>
              <a:rPr lang="en-US" b="1"/>
              <a:t>NextGen Risk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D8BEA-7EC9-2F49-477B-6BF07E77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41EB8B-21B3-04B1-DCB4-8722C6AC7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658" y="1946275"/>
            <a:ext cx="6629400" cy="1482725"/>
          </a:xfrm>
        </p:spPr>
        <p:txBody>
          <a:bodyPr/>
          <a:lstStyle/>
          <a:p>
            <a:r>
              <a:rPr lang="en-GB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8FDBE-E1F4-DFD6-0129-33BEF4B22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7150" y="4823926"/>
            <a:ext cx="6604325" cy="1655540"/>
          </a:xfrm>
        </p:spPr>
        <p:txBody>
          <a:bodyPr/>
          <a:lstStyle/>
          <a:p>
            <a:r>
              <a:rPr lang="en-US">
                <a:sym typeface="Arial"/>
              </a:rPr>
              <a:t>© 2026 PwC US. All rights reserved. PwC refers to the US group of member firms and may sometimes refer to the PwC network. Each member firm is a separate legal entity.</a:t>
            </a:r>
            <a:br>
              <a:rPr lang="en-US">
                <a:sym typeface="Arial"/>
              </a:rPr>
            </a:br>
            <a:r>
              <a:rPr lang="en-US">
                <a:sym typeface="Arial"/>
              </a:rPr>
              <a:t>Please see www.pwc.com/structure for further details.</a:t>
            </a:r>
          </a:p>
        </p:txBody>
      </p:sp>
    </p:spTree>
    <p:extLst>
      <p:ext uri="{BB962C8B-B14F-4D97-AF65-F5344CB8AC3E}">
        <p14:creationId xmlns:p14="http://schemas.microsoft.com/office/powerpoint/2010/main" val="277903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169427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b8fe1-46de-42db-89f3-7819f9f9aabf">
      <Terms xmlns="http://schemas.microsoft.com/office/infopath/2007/PartnerControls"/>
    </lcf76f155ced4ddcb4097134ff3c332f>
    <TaxCatchAll xmlns="e2be26b6-7f85-447b-9fb3-f647560c9d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DCCB9D00B07C4E9F0F214D8FC258B6" ma:contentTypeVersion="16" ma:contentTypeDescription="Create a new document." ma:contentTypeScope="" ma:versionID="30cd1918456ca21a922fcfbe4666c68d">
  <xsd:schema xmlns:xsd="http://www.w3.org/2001/XMLSchema" xmlns:xs="http://www.w3.org/2001/XMLSchema" xmlns:p="http://schemas.microsoft.com/office/2006/metadata/properties" xmlns:ns2="f7eb8fe1-46de-42db-89f3-7819f9f9aabf" xmlns:ns3="e2be26b6-7f85-447b-9fb3-f647560c9d24" targetNamespace="http://schemas.microsoft.com/office/2006/metadata/properties" ma:root="true" ma:fieldsID="2e0fafd161591052af76e662f9b3ec41" ns2:_="" ns3:_="">
    <xsd:import namespace="f7eb8fe1-46de-42db-89f3-7819f9f9aabf"/>
    <xsd:import namespace="e2be26b6-7f85-447b-9fb3-f647560c9d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b8fe1-46de-42db-89f3-7819f9f9aa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be26b6-7f85-447b-9fb3-f647560c9d2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423c9b9c-7edd-457c-81ad-fe33bf5be5c5}" ma:internalName="TaxCatchAll" ma:showField="CatchAllData" ma:web="e2be26b6-7f85-447b-9fb3-f647560c9d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E2B983-B31A-44CC-9611-53FE4A7FC6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99ADFE-C175-410D-88C3-C98DB446EF8A}">
  <ds:schemaRefs>
    <ds:schemaRef ds:uri="e2be26b6-7f85-447b-9fb3-f647560c9d24"/>
    <ds:schemaRef ds:uri="f7eb8fe1-46de-42db-89f3-7819f9f9aa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6145480-1559-49FD-946C-7DA64BF0CE25}">
  <ds:schemaRefs>
    <ds:schemaRef ds:uri="e2be26b6-7f85-447b-9fb3-f647560c9d24"/>
    <ds:schemaRef ds:uri="f7eb8fe1-46de-42db-89f3-7819f9f9aa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719</Words>
  <Application>Microsoft Office PowerPoint</Application>
  <PresentationFormat>Widescreen</PresentationFormat>
  <Paragraphs>82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Georgia</vt:lpstr>
      <vt:lpstr>Helvetica Neue</vt:lpstr>
      <vt:lpstr>Wingdings</vt:lpstr>
      <vt:lpstr>PwC Slide Master</vt:lpstr>
      <vt:lpstr>PowerPoint Presentation</vt:lpstr>
      <vt:lpstr>Executive Summary of the Proposed Solution</vt:lpstr>
      <vt:lpstr>Executive Summary of the Proposed Solution</vt:lpstr>
      <vt:lpstr>Team Introduction: &lt;Team Name&gt;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 G Giri</dc:creator>
  <cp:lastModifiedBy>Pushkar Singh (AC India)</cp:lastModifiedBy>
  <cp:revision>1</cp:revision>
  <dcterms:created xsi:type="dcterms:W3CDTF">2025-05-20T05:13:56Z</dcterms:created>
  <dcterms:modified xsi:type="dcterms:W3CDTF">2026-02-11T11:55:58Z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0x01010046DCCB9D00B07C4E9F0F214D8FC258B6</vt:lpwstr>
  </property>
  <property fmtid="{D5CDD505-2E9C-101B-9397-08002B2CF9AE}" pid="3" name="MediaServiceImageTags">
    <vt:lpwstr/>
  </property>
</Properties>
</file>